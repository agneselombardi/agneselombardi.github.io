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p:scale>
          <a:sx n="90" d="100"/>
          <a:sy n="90" d="100"/>
        </p:scale>
        <p:origin x="768" y="8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9F703E-D1D3-4221-94AD-C1CA716F6671}"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D9D78DCA-B748-4AC0-948B-E8D69D09D61B}">
      <dgm:prSet/>
      <dgm:spPr/>
      <dgm:t>
        <a:bodyPr/>
        <a:lstStyle/>
        <a:p>
          <a:r>
            <a:rPr lang="en-GB" b="1" dirty="0" err="1"/>
            <a:t>articolare</a:t>
          </a:r>
          <a:r>
            <a:rPr lang="en-GB" b="1" dirty="0"/>
            <a:t> e </a:t>
          </a:r>
          <a:r>
            <a:rPr lang="en-GB" b="1" dirty="0" err="1"/>
            <a:t>decodificare</a:t>
          </a:r>
          <a:r>
            <a:rPr lang="en-GB" b="1" dirty="0"/>
            <a:t> </a:t>
          </a:r>
          <a:r>
            <a:rPr lang="en-GB" b="1" dirty="0" err="1"/>
            <a:t>i</a:t>
          </a:r>
          <a:r>
            <a:rPr lang="en-GB" b="1" dirty="0"/>
            <a:t> </a:t>
          </a:r>
          <a:r>
            <a:rPr lang="en-GB" b="1" dirty="0" err="1"/>
            <a:t>suoni</a:t>
          </a:r>
          <a:r>
            <a:rPr lang="en-GB" b="1" dirty="0"/>
            <a:t> di </a:t>
          </a:r>
          <a:r>
            <a:rPr lang="en-GB" b="1" dirty="0" err="1"/>
            <a:t>una</a:t>
          </a:r>
          <a:r>
            <a:rPr lang="en-GB" b="1" dirty="0"/>
            <a:t> lingua:</a:t>
          </a:r>
          <a:endParaRPr lang="en-US" b="1" dirty="0"/>
        </a:p>
      </dgm:t>
    </dgm:pt>
    <dgm:pt modelId="{43F83F3E-1FC0-4308-8B3B-20B8930917CF}" type="parTrans" cxnId="{269554A9-EA95-4525-B886-939CA784CA24}">
      <dgm:prSet/>
      <dgm:spPr/>
      <dgm:t>
        <a:bodyPr/>
        <a:lstStyle/>
        <a:p>
          <a:endParaRPr lang="en-US"/>
        </a:p>
      </dgm:t>
    </dgm:pt>
    <dgm:pt modelId="{B2658D3A-6B7B-4B55-ACEC-18F5A9558AE9}" type="sibTrans" cxnId="{269554A9-EA95-4525-B886-939CA784CA24}">
      <dgm:prSet/>
      <dgm:spPr/>
      <dgm:t>
        <a:bodyPr/>
        <a:lstStyle/>
        <a:p>
          <a:endParaRPr lang="en-US"/>
        </a:p>
      </dgm:t>
    </dgm:pt>
    <dgm:pt modelId="{F1130A29-DC45-4A5D-B97C-0F8330DDC0C5}">
      <dgm:prSet/>
      <dgm:spPr/>
      <dgm:t>
        <a:bodyPr/>
        <a:lstStyle/>
        <a:p>
          <a:r>
            <a:rPr lang="en-GB" dirty="0"/>
            <a:t> 	</a:t>
          </a:r>
          <a:r>
            <a:rPr lang="en-GB" dirty="0" err="1"/>
            <a:t>fonetica</a:t>
          </a:r>
          <a:r>
            <a:rPr lang="en-GB" dirty="0"/>
            <a:t> </a:t>
          </a:r>
          <a:r>
            <a:rPr lang="en-GB" dirty="0" err="1"/>
            <a:t>articolatoria</a:t>
          </a:r>
          <a:r>
            <a:rPr lang="en-GB" dirty="0"/>
            <a:t> e </a:t>
          </a:r>
          <a:r>
            <a:rPr lang="en-GB" dirty="0" err="1"/>
            <a:t>acustica</a:t>
          </a:r>
          <a:r>
            <a:rPr lang="en-GB" dirty="0"/>
            <a:t>, </a:t>
          </a:r>
          <a:r>
            <a:rPr lang="en-GB" dirty="0" err="1"/>
            <a:t>fonologia</a:t>
          </a:r>
          <a:r>
            <a:rPr lang="en-GB" dirty="0"/>
            <a:t>, </a:t>
          </a:r>
          <a:r>
            <a:rPr lang="en-GB" dirty="0" err="1"/>
            <a:t>prosodia</a:t>
          </a:r>
          <a:r>
            <a:rPr lang="en-GB" dirty="0"/>
            <a:t>, </a:t>
          </a:r>
          <a:r>
            <a:rPr lang="en-GB" dirty="0" err="1"/>
            <a:t>ecc</a:t>
          </a:r>
          <a:r>
            <a:rPr lang="en-GB" dirty="0"/>
            <a:t>.</a:t>
          </a:r>
          <a:endParaRPr lang="en-US" dirty="0"/>
        </a:p>
      </dgm:t>
    </dgm:pt>
    <dgm:pt modelId="{48ACA852-C48B-444D-99A2-3767E0369013}" type="parTrans" cxnId="{A475A825-391A-4628-96E9-2772490379FF}">
      <dgm:prSet/>
      <dgm:spPr/>
      <dgm:t>
        <a:bodyPr/>
        <a:lstStyle/>
        <a:p>
          <a:endParaRPr lang="en-US"/>
        </a:p>
      </dgm:t>
    </dgm:pt>
    <dgm:pt modelId="{9D9A956D-912C-4B96-8BF7-8A97835C3300}" type="sibTrans" cxnId="{A475A825-391A-4628-96E9-2772490379FF}">
      <dgm:prSet/>
      <dgm:spPr/>
      <dgm:t>
        <a:bodyPr/>
        <a:lstStyle/>
        <a:p>
          <a:endParaRPr lang="en-US"/>
        </a:p>
      </dgm:t>
    </dgm:pt>
    <dgm:pt modelId="{CE767224-B944-42FC-BC98-008AC4B1F5C5}">
      <dgm:prSet/>
      <dgm:spPr/>
      <dgm:t>
        <a:bodyPr/>
        <a:lstStyle/>
        <a:p>
          <a:r>
            <a:rPr lang="en-GB" b="1" dirty="0" err="1"/>
            <a:t>conoscere</a:t>
          </a:r>
          <a:r>
            <a:rPr lang="en-GB" b="1" dirty="0"/>
            <a:t> le parole di </a:t>
          </a:r>
          <a:r>
            <a:rPr lang="en-GB" b="1" dirty="0" err="1"/>
            <a:t>una</a:t>
          </a:r>
          <a:r>
            <a:rPr lang="en-GB" b="1" dirty="0"/>
            <a:t> lingua, la loro </a:t>
          </a:r>
          <a:r>
            <a:rPr lang="en-GB" b="1" dirty="0" err="1"/>
            <a:t>struttura</a:t>
          </a:r>
          <a:r>
            <a:rPr lang="en-GB" b="1" dirty="0"/>
            <a:t> e la loro </a:t>
          </a:r>
          <a:r>
            <a:rPr lang="en-GB" b="1" dirty="0" err="1"/>
            <a:t>organizzazione</a:t>
          </a:r>
          <a:endParaRPr lang="en-US" b="1" dirty="0"/>
        </a:p>
      </dgm:t>
    </dgm:pt>
    <dgm:pt modelId="{D1D0E632-5F31-426B-88BE-D1D70E493DA5}" type="parTrans" cxnId="{0DA67FBC-DF16-466F-8C28-5AFC7E45A4E4}">
      <dgm:prSet/>
      <dgm:spPr/>
      <dgm:t>
        <a:bodyPr/>
        <a:lstStyle/>
        <a:p>
          <a:endParaRPr lang="en-US"/>
        </a:p>
      </dgm:t>
    </dgm:pt>
    <dgm:pt modelId="{7C9096CC-EED9-4273-AE5E-2FFCEB172256}" type="sibTrans" cxnId="{0DA67FBC-DF16-466F-8C28-5AFC7E45A4E4}">
      <dgm:prSet/>
      <dgm:spPr/>
      <dgm:t>
        <a:bodyPr/>
        <a:lstStyle/>
        <a:p>
          <a:endParaRPr lang="en-US"/>
        </a:p>
      </dgm:t>
    </dgm:pt>
    <dgm:pt modelId="{1453D2C7-C693-4253-A3C5-22F9B6E92061}">
      <dgm:prSet/>
      <dgm:spPr/>
      <dgm:t>
        <a:bodyPr/>
        <a:lstStyle/>
        <a:p>
          <a:r>
            <a:rPr lang="en-GB" dirty="0"/>
            <a:t>	</a:t>
          </a:r>
          <a:r>
            <a:rPr lang="en-GB" dirty="0" err="1"/>
            <a:t>lessico</a:t>
          </a:r>
          <a:r>
            <a:rPr lang="en-GB" dirty="0"/>
            <a:t> e </a:t>
          </a:r>
          <a:r>
            <a:rPr lang="en-GB" dirty="0" err="1"/>
            <a:t>morfologia</a:t>
          </a:r>
          <a:endParaRPr lang="en-US" dirty="0"/>
        </a:p>
      </dgm:t>
    </dgm:pt>
    <dgm:pt modelId="{1D83D41D-E4FC-4C5B-A449-73F2CBCE2B1E}" type="parTrans" cxnId="{9D293408-1530-45E3-91BD-A102F9C1AC9F}">
      <dgm:prSet/>
      <dgm:spPr/>
      <dgm:t>
        <a:bodyPr/>
        <a:lstStyle/>
        <a:p>
          <a:endParaRPr lang="en-US"/>
        </a:p>
      </dgm:t>
    </dgm:pt>
    <dgm:pt modelId="{F5B3BF50-1855-4CDB-ADD8-DA0C80770BFF}" type="sibTrans" cxnId="{9D293408-1530-45E3-91BD-A102F9C1AC9F}">
      <dgm:prSet/>
      <dgm:spPr/>
      <dgm:t>
        <a:bodyPr/>
        <a:lstStyle/>
        <a:p>
          <a:endParaRPr lang="en-US"/>
        </a:p>
      </dgm:t>
    </dgm:pt>
    <dgm:pt modelId="{5332E6E6-0D27-42F2-9120-D11630693042}">
      <dgm:prSet/>
      <dgm:spPr/>
      <dgm:t>
        <a:bodyPr/>
        <a:lstStyle/>
        <a:p>
          <a:r>
            <a:rPr lang="en-GB" b="1" dirty="0" err="1"/>
            <a:t>comporre</a:t>
          </a:r>
          <a:r>
            <a:rPr lang="en-GB" b="1" dirty="0"/>
            <a:t> le parole in </a:t>
          </a:r>
          <a:r>
            <a:rPr lang="en-GB" b="1" dirty="0" err="1"/>
            <a:t>espressioni</a:t>
          </a:r>
          <a:r>
            <a:rPr lang="en-GB" b="1" dirty="0"/>
            <a:t> </a:t>
          </a:r>
          <a:r>
            <a:rPr lang="en-GB" b="1" dirty="0" err="1"/>
            <a:t>linguistiche</a:t>
          </a:r>
          <a:r>
            <a:rPr lang="en-GB" b="1" dirty="0"/>
            <a:t> </a:t>
          </a:r>
          <a:r>
            <a:rPr lang="en-GB" b="1" dirty="0" err="1"/>
            <a:t>complesse</a:t>
          </a:r>
          <a:r>
            <a:rPr lang="en-GB" b="1" dirty="0"/>
            <a:t> (</a:t>
          </a:r>
          <a:r>
            <a:rPr lang="en-GB" b="1" dirty="0" err="1"/>
            <a:t>sintagmi</a:t>
          </a:r>
          <a:r>
            <a:rPr lang="en-GB" b="1" dirty="0"/>
            <a:t>, </a:t>
          </a:r>
          <a:r>
            <a:rPr lang="en-GB" b="1" dirty="0" err="1"/>
            <a:t>frasi</a:t>
          </a:r>
          <a:r>
            <a:rPr lang="en-GB" b="1" dirty="0"/>
            <a:t>, </a:t>
          </a:r>
          <a:r>
            <a:rPr lang="en-GB" b="1" dirty="0" err="1"/>
            <a:t>ecc</a:t>
          </a:r>
          <a:r>
            <a:rPr lang="en-GB" b="1" dirty="0"/>
            <a:t>.)</a:t>
          </a:r>
          <a:endParaRPr lang="en-US" b="1" dirty="0"/>
        </a:p>
      </dgm:t>
    </dgm:pt>
    <dgm:pt modelId="{4F033557-78B8-4443-9450-54BBA62C710E}" type="parTrans" cxnId="{58F4981A-6500-46FD-8D0A-22692597F1C7}">
      <dgm:prSet/>
      <dgm:spPr/>
      <dgm:t>
        <a:bodyPr/>
        <a:lstStyle/>
        <a:p>
          <a:endParaRPr lang="en-US"/>
        </a:p>
      </dgm:t>
    </dgm:pt>
    <dgm:pt modelId="{B5017206-6A0B-48C2-A815-12231B34E4AD}" type="sibTrans" cxnId="{58F4981A-6500-46FD-8D0A-22692597F1C7}">
      <dgm:prSet/>
      <dgm:spPr/>
      <dgm:t>
        <a:bodyPr/>
        <a:lstStyle/>
        <a:p>
          <a:endParaRPr lang="en-US"/>
        </a:p>
      </dgm:t>
    </dgm:pt>
    <dgm:pt modelId="{EE921039-93F1-4B7A-BBC4-E78FD7D9BB77}">
      <dgm:prSet/>
      <dgm:spPr/>
      <dgm:t>
        <a:bodyPr/>
        <a:lstStyle/>
        <a:p>
          <a:r>
            <a:rPr lang="en-GB" dirty="0"/>
            <a:t>	</a:t>
          </a:r>
          <a:r>
            <a:rPr lang="en-GB" dirty="0" err="1"/>
            <a:t>sintassi</a:t>
          </a:r>
          <a:endParaRPr lang="en-US" dirty="0"/>
        </a:p>
      </dgm:t>
    </dgm:pt>
    <dgm:pt modelId="{BEFB00D6-A336-4706-A74C-961B8C995070}" type="parTrans" cxnId="{240019C6-2C30-4B55-A8BC-FF66740CE7EB}">
      <dgm:prSet/>
      <dgm:spPr/>
      <dgm:t>
        <a:bodyPr/>
        <a:lstStyle/>
        <a:p>
          <a:endParaRPr lang="en-US"/>
        </a:p>
      </dgm:t>
    </dgm:pt>
    <dgm:pt modelId="{F9AA747B-DBC3-4410-9678-040E922E4618}" type="sibTrans" cxnId="{240019C6-2C30-4B55-A8BC-FF66740CE7EB}">
      <dgm:prSet/>
      <dgm:spPr/>
      <dgm:t>
        <a:bodyPr/>
        <a:lstStyle/>
        <a:p>
          <a:endParaRPr lang="en-US"/>
        </a:p>
      </dgm:t>
    </dgm:pt>
    <dgm:pt modelId="{78D475BE-E9F4-4C8B-B1B9-584B92D6AE4B}">
      <dgm:prSet/>
      <dgm:spPr/>
      <dgm:t>
        <a:bodyPr/>
        <a:lstStyle/>
        <a:p>
          <a:r>
            <a:rPr lang="en-GB" b="1" dirty="0" err="1"/>
            <a:t>assegnare</a:t>
          </a:r>
          <a:r>
            <a:rPr lang="en-GB" b="1" dirty="0"/>
            <a:t> </a:t>
          </a:r>
          <a:r>
            <a:rPr lang="en-GB" b="1" dirty="0" err="1"/>
            <a:t>significati</a:t>
          </a:r>
          <a:r>
            <a:rPr lang="en-GB" b="1" dirty="0"/>
            <a:t> alle </a:t>
          </a:r>
          <a:r>
            <a:rPr lang="en-GB" b="1" dirty="0" err="1"/>
            <a:t>espressioni</a:t>
          </a:r>
          <a:r>
            <a:rPr lang="en-GB" b="1" dirty="0"/>
            <a:t> </a:t>
          </a:r>
          <a:r>
            <a:rPr lang="en-GB" b="1" dirty="0" err="1"/>
            <a:t>linguistiche</a:t>
          </a:r>
          <a:r>
            <a:rPr lang="en-GB" b="1" dirty="0"/>
            <a:t> </a:t>
          </a:r>
          <a:r>
            <a:rPr lang="en-GB" b="1" dirty="0" err="1"/>
            <a:t>semplici</a:t>
          </a:r>
          <a:r>
            <a:rPr lang="en-GB" b="1" dirty="0"/>
            <a:t> e </a:t>
          </a:r>
          <a:r>
            <a:rPr lang="en-GB" b="1" dirty="0" err="1"/>
            <a:t>complesse</a:t>
          </a:r>
          <a:r>
            <a:rPr lang="en-GB" b="1" dirty="0"/>
            <a:t>:</a:t>
          </a:r>
          <a:endParaRPr lang="en-US" b="1" dirty="0"/>
        </a:p>
      </dgm:t>
    </dgm:pt>
    <dgm:pt modelId="{8C2E42E4-8AF8-4DC6-9BF7-503F36C76D2A}" type="parTrans" cxnId="{0A8AAC22-0848-48B7-8AF0-C0B17AA6DB56}">
      <dgm:prSet/>
      <dgm:spPr/>
      <dgm:t>
        <a:bodyPr/>
        <a:lstStyle/>
        <a:p>
          <a:endParaRPr lang="en-US"/>
        </a:p>
      </dgm:t>
    </dgm:pt>
    <dgm:pt modelId="{6933A705-CB44-4662-B235-03AA2D30BCA5}" type="sibTrans" cxnId="{0A8AAC22-0848-48B7-8AF0-C0B17AA6DB56}">
      <dgm:prSet/>
      <dgm:spPr/>
      <dgm:t>
        <a:bodyPr/>
        <a:lstStyle/>
        <a:p>
          <a:endParaRPr lang="en-US"/>
        </a:p>
      </dgm:t>
    </dgm:pt>
    <dgm:pt modelId="{AA415D0D-11EA-4B80-AAC0-9BCD2844439D}">
      <dgm:prSet/>
      <dgm:spPr/>
      <dgm:t>
        <a:bodyPr/>
        <a:lstStyle/>
        <a:p>
          <a:r>
            <a:rPr lang="en-GB" dirty="0"/>
            <a:t>	</a:t>
          </a:r>
          <a:r>
            <a:rPr lang="en-GB" dirty="0" err="1"/>
            <a:t>Semantica</a:t>
          </a:r>
          <a:r>
            <a:rPr lang="en-GB" dirty="0"/>
            <a:t> (</a:t>
          </a:r>
          <a:r>
            <a:rPr lang="en-GB" dirty="0" err="1"/>
            <a:t>lessicale</a:t>
          </a:r>
          <a:r>
            <a:rPr lang="en-GB" dirty="0"/>
            <a:t>, </a:t>
          </a:r>
          <a:r>
            <a:rPr lang="en-GB" dirty="0" err="1"/>
            <a:t>composizionale</a:t>
          </a:r>
          <a:r>
            <a:rPr lang="en-GB" dirty="0"/>
            <a:t>)</a:t>
          </a:r>
          <a:endParaRPr lang="en-US" dirty="0"/>
        </a:p>
      </dgm:t>
    </dgm:pt>
    <dgm:pt modelId="{A51EAA0F-AB27-4037-B430-CDC771B6DC72}" type="parTrans" cxnId="{8C808F11-09D5-4082-A8FA-5A0F80F5987E}">
      <dgm:prSet/>
      <dgm:spPr/>
      <dgm:t>
        <a:bodyPr/>
        <a:lstStyle/>
        <a:p>
          <a:endParaRPr lang="en-US"/>
        </a:p>
      </dgm:t>
    </dgm:pt>
    <dgm:pt modelId="{B8816D5A-F38A-4A50-8C75-83E52A8DEB77}" type="sibTrans" cxnId="{8C808F11-09D5-4082-A8FA-5A0F80F5987E}">
      <dgm:prSet/>
      <dgm:spPr/>
      <dgm:t>
        <a:bodyPr/>
        <a:lstStyle/>
        <a:p>
          <a:endParaRPr lang="en-US"/>
        </a:p>
      </dgm:t>
    </dgm:pt>
    <dgm:pt modelId="{097CA793-7782-4A85-AD13-26EEF8D39394}">
      <dgm:prSet/>
      <dgm:spPr/>
      <dgm:t>
        <a:bodyPr/>
        <a:lstStyle/>
        <a:p>
          <a:r>
            <a:rPr lang="en-GB" dirty="0"/>
            <a:t>	«</a:t>
          </a:r>
          <a:r>
            <a:rPr lang="en-GB" dirty="0" err="1"/>
            <a:t>ho</a:t>
          </a:r>
          <a:r>
            <a:rPr lang="en-GB" dirty="0"/>
            <a:t> </a:t>
          </a:r>
          <a:r>
            <a:rPr lang="en-GB" dirty="0" err="1"/>
            <a:t>aperto</a:t>
          </a:r>
          <a:r>
            <a:rPr lang="en-GB" dirty="0"/>
            <a:t> il </a:t>
          </a:r>
          <a:r>
            <a:rPr lang="en-GB" dirty="0" err="1"/>
            <a:t>sacco</a:t>
          </a:r>
          <a:r>
            <a:rPr lang="en-GB" dirty="0"/>
            <a:t>» vs «</a:t>
          </a:r>
          <a:r>
            <a:rPr lang="en-GB" dirty="0" err="1"/>
            <a:t>ho</a:t>
          </a:r>
          <a:r>
            <a:rPr lang="en-GB" dirty="0"/>
            <a:t> </a:t>
          </a:r>
          <a:r>
            <a:rPr lang="en-GB" dirty="0" err="1"/>
            <a:t>speso</a:t>
          </a:r>
          <a:r>
            <a:rPr lang="en-GB" dirty="0"/>
            <a:t> un </a:t>
          </a:r>
          <a:r>
            <a:rPr lang="en-GB" dirty="0" err="1"/>
            <a:t>sacco</a:t>
          </a:r>
          <a:r>
            <a:rPr lang="en-GB" dirty="0"/>
            <a:t>» vs «</a:t>
          </a:r>
          <a:r>
            <a:rPr lang="en-GB" dirty="0" err="1"/>
            <a:t>vuotare</a:t>
          </a:r>
          <a:r>
            <a:rPr lang="en-GB" dirty="0"/>
            <a:t> il </a:t>
          </a:r>
          <a:r>
            <a:rPr lang="en-GB" dirty="0" err="1"/>
            <a:t>sacco</a:t>
          </a:r>
          <a:r>
            <a:rPr lang="en-GB" dirty="0"/>
            <a:t>»</a:t>
          </a:r>
          <a:endParaRPr lang="en-US" dirty="0"/>
        </a:p>
      </dgm:t>
    </dgm:pt>
    <dgm:pt modelId="{2AC74395-DF4F-44EE-8F8A-CF454BAB8E8E}" type="parTrans" cxnId="{00524C0F-3950-4E8E-B64E-F2876C6F3CF5}">
      <dgm:prSet/>
      <dgm:spPr/>
      <dgm:t>
        <a:bodyPr/>
        <a:lstStyle/>
        <a:p>
          <a:endParaRPr lang="en-US"/>
        </a:p>
      </dgm:t>
    </dgm:pt>
    <dgm:pt modelId="{E10737E3-D794-47F7-BE75-C123816F9CB9}" type="sibTrans" cxnId="{00524C0F-3950-4E8E-B64E-F2876C6F3CF5}">
      <dgm:prSet/>
      <dgm:spPr/>
      <dgm:t>
        <a:bodyPr/>
        <a:lstStyle/>
        <a:p>
          <a:endParaRPr lang="en-US"/>
        </a:p>
      </dgm:t>
    </dgm:pt>
    <dgm:pt modelId="{379A6A1E-9919-4A4D-8934-DF7AF89E4B3C}">
      <dgm:prSet/>
      <dgm:spPr/>
      <dgm:t>
        <a:bodyPr/>
        <a:lstStyle/>
        <a:p>
          <a:r>
            <a:rPr lang="en-GB" b="1" dirty="0" err="1"/>
            <a:t>usare</a:t>
          </a:r>
          <a:r>
            <a:rPr lang="en-GB" b="1" dirty="0"/>
            <a:t> le </a:t>
          </a:r>
          <a:r>
            <a:rPr lang="en-GB" b="1" dirty="0" err="1"/>
            <a:t>frasi</a:t>
          </a:r>
          <a:r>
            <a:rPr lang="en-GB" b="1" dirty="0"/>
            <a:t> </a:t>
          </a:r>
          <a:r>
            <a:rPr lang="en-GB" b="1" dirty="0" err="1"/>
            <a:t>nei</a:t>
          </a:r>
          <a:r>
            <a:rPr lang="en-GB" b="1" dirty="0"/>
            <a:t> </a:t>
          </a:r>
          <a:r>
            <a:rPr lang="en-GB" b="1" dirty="0" err="1"/>
            <a:t>contesti</a:t>
          </a:r>
          <a:r>
            <a:rPr lang="en-GB" b="1" dirty="0"/>
            <a:t>, </a:t>
          </a:r>
          <a:r>
            <a:rPr lang="en-GB" b="1" dirty="0" err="1"/>
            <a:t>situazioni</a:t>
          </a:r>
          <a:r>
            <a:rPr lang="en-GB" b="1" dirty="0"/>
            <a:t> e </a:t>
          </a:r>
          <a:r>
            <a:rPr lang="en-GB" b="1" dirty="0" err="1"/>
            <a:t>modi</a:t>
          </a:r>
          <a:r>
            <a:rPr lang="en-GB" b="1" dirty="0"/>
            <a:t> </a:t>
          </a:r>
          <a:r>
            <a:rPr lang="en-GB" b="1" dirty="0" err="1"/>
            <a:t>appropriati</a:t>
          </a:r>
          <a:r>
            <a:rPr lang="en-GB" b="1" dirty="0"/>
            <a:t> </a:t>
          </a:r>
          <a:r>
            <a:rPr lang="en-GB" b="1" dirty="0" err="1"/>
            <a:t>agli</a:t>
          </a:r>
          <a:r>
            <a:rPr lang="en-GB" b="1" dirty="0"/>
            <a:t> </a:t>
          </a:r>
          <a:r>
            <a:rPr lang="en-GB" b="1" dirty="0" err="1"/>
            <a:t>scopi</a:t>
          </a:r>
          <a:r>
            <a:rPr lang="en-GB" b="1" dirty="0"/>
            <a:t> </a:t>
          </a:r>
          <a:r>
            <a:rPr lang="en-GB" b="1" dirty="0" err="1"/>
            <a:t>comunicativi</a:t>
          </a:r>
          <a:r>
            <a:rPr lang="en-GB" b="1" dirty="0"/>
            <a:t> (</a:t>
          </a:r>
          <a:r>
            <a:rPr lang="en-GB" b="1" dirty="0" err="1"/>
            <a:t>funzione</a:t>
          </a:r>
          <a:r>
            <a:rPr lang="en-GB" b="1" dirty="0"/>
            <a:t> </a:t>
          </a:r>
          <a:r>
            <a:rPr lang="en-GB" b="1" dirty="0" err="1"/>
            <a:t>comunicativa</a:t>
          </a:r>
          <a:r>
            <a:rPr lang="en-GB" b="1" dirty="0"/>
            <a:t>), </a:t>
          </a:r>
          <a:r>
            <a:rPr lang="en-GB" b="1" dirty="0" err="1"/>
            <a:t>relazioni</a:t>
          </a:r>
          <a:r>
            <a:rPr lang="en-GB" b="1" dirty="0"/>
            <a:t> </a:t>
          </a:r>
          <a:r>
            <a:rPr lang="en-GB" b="1" dirty="0" err="1"/>
            <a:t>tra</a:t>
          </a:r>
          <a:r>
            <a:rPr lang="en-GB" b="1" dirty="0"/>
            <a:t> </a:t>
          </a:r>
          <a:r>
            <a:rPr lang="en-GB" b="1" dirty="0" err="1"/>
            <a:t>strutture</a:t>
          </a:r>
          <a:r>
            <a:rPr lang="en-GB" b="1" dirty="0"/>
            <a:t> </a:t>
          </a:r>
          <a:r>
            <a:rPr lang="en-GB" b="1" dirty="0" err="1"/>
            <a:t>linguistiche</a:t>
          </a:r>
          <a:r>
            <a:rPr lang="en-GB" b="1" dirty="0"/>
            <a:t> </a:t>
          </a:r>
          <a:r>
            <a:rPr lang="en-GB" b="1" dirty="0" err="1"/>
            <a:t>anche</a:t>
          </a:r>
          <a:r>
            <a:rPr lang="en-GB" b="1" dirty="0"/>
            <a:t> al di sopra </a:t>
          </a:r>
          <a:r>
            <a:rPr lang="en-GB" b="1" dirty="0" err="1"/>
            <a:t>della</a:t>
          </a:r>
          <a:r>
            <a:rPr lang="en-GB" b="1" dirty="0"/>
            <a:t> </a:t>
          </a:r>
          <a:r>
            <a:rPr lang="en-GB" b="1" dirty="0" err="1"/>
            <a:t>frase</a:t>
          </a:r>
          <a:r>
            <a:rPr lang="en-GB" b="1" dirty="0"/>
            <a:t>)</a:t>
          </a:r>
          <a:endParaRPr lang="en-US" b="1" dirty="0"/>
        </a:p>
      </dgm:t>
    </dgm:pt>
    <dgm:pt modelId="{D3169B41-C4C1-4642-829B-010294B2D83B}" type="parTrans" cxnId="{A4326907-E7A3-45FF-9FC4-AEBB47201B86}">
      <dgm:prSet/>
      <dgm:spPr/>
      <dgm:t>
        <a:bodyPr/>
        <a:lstStyle/>
        <a:p>
          <a:endParaRPr lang="en-US"/>
        </a:p>
      </dgm:t>
    </dgm:pt>
    <dgm:pt modelId="{BC18A338-79C1-44F4-94F6-49DC16A34C1E}" type="sibTrans" cxnId="{A4326907-E7A3-45FF-9FC4-AEBB47201B86}">
      <dgm:prSet/>
      <dgm:spPr/>
      <dgm:t>
        <a:bodyPr/>
        <a:lstStyle/>
        <a:p>
          <a:endParaRPr lang="en-US"/>
        </a:p>
      </dgm:t>
    </dgm:pt>
    <dgm:pt modelId="{672962C5-FC70-49A7-B459-3B3AD7D318F9}">
      <dgm:prSet/>
      <dgm:spPr/>
      <dgm:t>
        <a:bodyPr/>
        <a:lstStyle/>
        <a:p>
          <a:r>
            <a:rPr lang="en-GB" dirty="0"/>
            <a:t>	</a:t>
          </a:r>
          <a:r>
            <a:rPr lang="en-GB" dirty="0" err="1"/>
            <a:t>Pragmatica</a:t>
          </a:r>
          <a:endParaRPr lang="en-US" dirty="0"/>
        </a:p>
      </dgm:t>
    </dgm:pt>
    <dgm:pt modelId="{DE1E456A-139E-4B53-9A19-85DE98F61ECA}" type="parTrans" cxnId="{441730CD-A054-4BF0-BAE2-8D3F1260D362}">
      <dgm:prSet/>
      <dgm:spPr/>
      <dgm:t>
        <a:bodyPr/>
        <a:lstStyle/>
        <a:p>
          <a:endParaRPr lang="en-US"/>
        </a:p>
      </dgm:t>
    </dgm:pt>
    <dgm:pt modelId="{541D084A-6514-4878-AD61-FC0B6B5CFA27}" type="sibTrans" cxnId="{441730CD-A054-4BF0-BAE2-8D3F1260D362}">
      <dgm:prSet/>
      <dgm:spPr/>
      <dgm:t>
        <a:bodyPr/>
        <a:lstStyle/>
        <a:p>
          <a:endParaRPr lang="en-US"/>
        </a:p>
      </dgm:t>
    </dgm:pt>
    <dgm:pt modelId="{A1B5409F-A8C5-42A1-A425-724FCEB76C08}">
      <dgm:prSet/>
      <dgm:spPr/>
      <dgm:t>
        <a:bodyPr/>
        <a:lstStyle/>
        <a:p>
          <a:r>
            <a:rPr lang="en-GB" dirty="0"/>
            <a:t>	«</a:t>
          </a:r>
          <a:r>
            <a:rPr lang="en-GB" dirty="0" err="1"/>
            <a:t>vuoi</a:t>
          </a:r>
          <a:r>
            <a:rPr lang="en-GB" dirty="0"/>
            <a:t> </a:t>
          </a:r>
          <a:r>
            <a:rPr lang="en-GB" dirty="0" err="1"/>
            <a:t>una</a:t>
          </a:r>
          <a:r>
            <a:rPr lang="en-GB" dirty="0"/>
            <a:t> </a:t>
          </a:r>
          <a:r>
            <a:rPr lang="en-GB" dirty="0" err="1"/>
            <a:t>sigaretta</a:t>
          </a:r>
          <a:r>
            <a:rPr lang="en-GB" dirty="0"/>
            <a:t>?» «</a:t>
          </a:r>
          <a:r>
            <a:rPr lang="en-GB" dirty="0" err="1"/>
            <a:t>ho</a:t>
          </a:r>
          <a:r>
            <a:rPr lang="en-GB" dirty="0"/>
            <a:t> </a:t>
          </a:r>
          <a:r>
            <a:rPr lang="en-GB" dirty="0" err="1"/>
            <a:t>smesso</a:t>
          </a:r>
          <a:r>
            <a:rPr lang="en-GB" dirty="0"/>
            <a:t> </a:t>
          </a:r>
          <a:r>
            <a:rPr lang="en-GB" dirty="0" err="1"/>
            <a:t>ieri</a:t>
          </a:r>
          <a:r>
            <a:rPr lang="en-GB" dirty="0"/>
            <a:t>»</a:t>
          </a:r>
          <a:endParaRPr lang="en-US" dirty="0"/>
        </a:p>
      </dgm:t>
    </dgm:pt>
    <dgm:pt modelId="{0B878FF8-934C-4395-AC05-78D70CAE4E8C}" type="parTrans" cxnId="{1A32DDF0-CF28-4FA8-9FFC-F3A66F5D87CA}">
      <dgm:prSet/>
      <dgm:spPr/>
      <dgm:t>
        <a:bodyPr/>
        <a:lstStyle/>
        <a:p>
          <a:endParaRPr lang="en-US"/>
        </a:p>
      </dgm:t>
    </dgm:pt>
    <dgm:pt modelId="{03D984A6-F712-4C98-A730-DA68905CADA5}" type="sibTrans" cxnId="{1A32DDF0-CF28-4FA8-9FFC-F3A66F5D87CA}">
      <dgm:prSet/>
      <dgm:spPr/>
      <dgm:t>
        <a:bodyPr/>
        <a:lstStyle/>
        <a:p>
          <a:endParaRPr lang="en-US"/>
        </a:p>
      </dgm:t>
    </dgm:pt>
    <dgm:pt modelId="{6F102592-3E65-3745-BE2D-814102DC7D37}" type="pres">
      <dgm:prSet presAssocID="{849F703E-D1D3-4221-94AD-C1CA716F6671}" presName="vert0" presStyleCnt="0">
        <dgm:presLayoutVars>
          <dgm:dir/>
          <dgm:animOne val="branch"/>
          <dgm:animLvl val="lvl"/>
        </dgm:presLayoutVars>
      </dgm:prSet>
      <dgm:spPr/>
    </dgm:pt>
    <dgm:pt modelId="{C46D8550-E7C3-7E43-ADFD-1195128232AC}" type="pres">
      <dgm:prSet presAssocID="{D9D78DCA-B748-4AC0-948B-E8D69D09D61B}" presName="thickLine" presStyleLbl="alignNode1" presStyleIdx="0" presStyleCnt="12"/>
      <dgm:spPr/>
    </dgm:pt>
    <dgm:pt modelId="{9FE64CA4-E241-FA47-B87F-ABC07AE5D3EF}" type="pres">
      <dgm:prSet presAssocID="{D9D78DCA-B748-4AC0-948B-E8D69D09D61B}" presName="horz1" presStyleCnt="0"/>
      <dgm:spPr/>
    </dgm:pt>
    <dgm:pt modelId="{8770F0CF-8D52-DD48-B9A8-1FD8BE96DAEB}" type="pres">
      <dgm:prSet presAssocID="{D9D78DCA-B748-4AC0-948B-E8D69D09D61B}" presName="tx1" presStyleLbl="revTx" presStyleIdx="0" presStyleCnt="12"/>
      <dgm:spPr/>
    </dgm:pt>
    <dgm:pt modelId="{1B9E12B7-7728-8F44-BF2F-EF089F85B6BB}" type="pres">
      <dgm:prSet presAssocID="{D9D78DCA-B748-4AC0-948B-E8D69D09D61B}" presName="vert1" presStyleCnt="0"/>
      <dgm:spPr/>
    </dgm:pt>
    <dgm:pt modelId="{BECB427A-C74C-D647-BDC1-800CDB4C3518}" type="pres">
      <dgm:prSet presAssocID="{F1130A29-DC45-4A5D-B97C-0F8330DDC0C5}" presName="thickLine" presStyleLbl="alignNode1" presStyleIdx="1" presStyleCnt="12"/>
      <dgm:spPr/>
    </dgm:pt>
    <dgm:pt modelId="{D97650D4-4345-CC43-AC29-FCC4866D1CC6}" type="pres">
      <dgm:prSet presAssocID="{F1130A29-DC45-4A5D-B97C-0F8330DDC0C5}" presName="horz1" presStyleCnt="0"/>
      <dgm:spPr/>
    </dgm:pt>
    <dgm:pt modelId="{7CE08EDD-7258-A046-8E5D-CC48417C80FD}" type="pres">
      <dgm:prSet presAssocID="{F1130A29-DC45-4A5D-B97C-0F8330DDC0C5}" presName="tx1" presStyleLbl="revTx" presStyleIdx="1" presStyleCnt="12"/>
      <dgm:spPr/>
    </dgm:pt>
    <dgm:pt modelId="{CA76B644-A912-414B-B2BA-D6C515FC78A1}" type="pres">
      <dgm:prSet presAssocID="{F1130A29-DC45-4A5D-B97C-0F8330DDC0C5}" presName="vert1" presStyleCnt="0"/>
      <dgm:spPr/>
    </dgm:pt>
    <dgm:pt modelId="{353D3463-D689-DE46-A9E9-89CA62B9A0B7}" type="pres">
      <dgm:prSet presAssocID="{CE767224-B944-42FC-BC98-008AC4B1F5C5}" presName="thickLine" presStyleLbl="alignNode1" presStyleIdx="2" presStyleCnt="12"/>
      <dgm:spPr/>
    </dgm:pt>
    <dgm:pt modelId="{DE1F25B8-81A1-2649-9585-ACA06CE3ECDA}" type="pres">
      <dgm:prSet presAssocID="{CE767224-B944-42FC-BC98-008AC4B1F5C5}" presName="horz1" presStyleCnt="0"/>
      <dgm:spPr/>
    </dgm:pt>
    <dgm:pt modelId="{1DA42C2C-8827-3B42-A7D6-5D99D273616D}" type="pres">
      <dgm:prSet presAssocID="{CE767224-B944-42FC-BC98-008AC4B1F5C5}" presName="tx1" presStyleLbl="revTx" presStyleIdx="2" presStyleCnt="12"/>
      <dgm:spPr/>
    </dgm:pt>
    <dgm:pt modelId="{04423909-7A05-1E4C-BA6D-123C9852B2DE}" type="pres">
      <dgm:prSet presAssocID="{CE767224-B944-42FC-BC98-008AC4B1F5C5}" presName="vert1" presStyleCnt="0"/>
      <dgm:spPr/>
    </dgm:pt>
    <dgm:pt modelId="{84AF631B-7017-054D-9D8A-B7D874FA5C02}" type="pres">
      <dgm:prSet presAssocID="{1453D2C7-C693-4253-A3C5-22F9B6E92061}" presName="thickLine" presStyleLbl="alignNode1" presStyleIdx="3" presStyleCnt="12"/>
      <dgm:spPr/>
    </dgm:pt>
    <dgm:pt modelId="{6CBC22E6-1D79-334F-B836-A0D7B5686BF6}" type="pres">
      <dgm:prSet presAssocID="{1453D2C7-C693-4253-A3C5-22F9B6E92061}" presName="horz1" presStyleCnt="0"/>
      <dgm:spPr/>
    </dgm:pt>
    <dgm:pt modelId="{169C3D69-F634-754D-9A1B-B2C23042DBCA}" type="pres">
      <dgm:prSet presAssocID="{1453D2C7-C693-4253-A3C5-22F9B6E92061}" presName="tx1" presStyleLbl="revTx" presStyleIdx="3" presStyleCnt="12"/>
      <dgm:spPr/>
    </dgm:pt>
    <dgm:pt modelId="{C4DA2E7B-311F-0A4E-9E90-57B90A27BC4B}" type="pres">
      <dgm:prSet presAssocID="{1453D2C7-C693-4253-A3C5-22F9B6E92061}" presName="vert1" presStyleCnt="0"/>
      <dgm:spPr/>
    </dgm:pt>
    <dgm:pt modelId="{99A93E01-F686-0B4E-9093-D6C9B81C0744}" type="pres">
      <dgm:prSet presAssocID="{5332E6E6-0D27-42F2-9120-D11630693042}" presName="thickLine" presStyleLbl="alignNode1" presStyleIdx="4" presStyleCnt="12"/>
      <dgm:spPr/>
    </dgm:pt>
    <dgm:pt modelId="{E58F7D11-0679-974A-8408-685D5250726B}" type="pres">
      <dgm:prSet presAssocID="{5332E6E6-0D27-42F2-9120-D11630693042}" presName="horz1" presStyleCnt="0"/>
      <dgm:spPr/>
    </dgm:pt>
    <dgm:pt modelId="{8C7FD8DB-7C13-734B-9411-203ECFAEA932}" type="pres">
      <dgm:prSet presAssocID="{5332E6E6-0D27-42F2-9120-D11630693042}" presName="tx1" presStyleLbl="revTx" presStyleIdx="4" presStyleCnt="12"/>
      <dgm:spPr/>
    </dgm:pt>
    <dgm:pt modelId="{72FB0D5F-A801-1242-81D3-2091FE350E1F}" type="pres">
      <dgm:prSet presAssocID="{5332E6E6-0D27-42F2-9120-D11630693042}" presName="vert1" presStyleCnt="0"/>
      <dgm:spPr/>
    </dgm:pt>
    <dgm:pt modelId="{7366A5E9-1DB7-214C-8628-9EF0568A88C5}" type="pres">
      <dgm:prSet presAssocID="{EE921039-93F1-4B7A-BBC4-E78FD7D9BB77}" presName="thickLine" presStyleLbl="alignNode1" presStyleIdx="5" presStyleCnt="12"/>
      <dgm:spPr/>
    </dgm:pt>
    <dgm:pt modelId="{8D55CC36-F51E-C34A-9C23-081C18C150CE}" type="pres">
      <dgm:prSet presAssocID="{EE921039-93F1-4B7A-BBC4-E78FD7D9BB77}" presName="horz1" presStyleCnt="0"/>
      <dgm:spPr/>
    </dgm:pt>
    <dgm:pt modelId="{CD1E1031-A1C2-6A40-B096-173418AFF145}" type="pres">
      <dgm:prSet presAssocID="{EE921039-93F1-4B7A-BBC4-E78FD7D9BB77}" presName="tx1" presStyleLbl="revTx" presStyleIdx="5" presStyleCnt="12"/>
      <dgm:spPr/>
    </dgm:pt>
    <dgm:pt modelId="{28449033-DC59-0A4E-8A5E-BF6E63BDD9FE}" type="pres">
      <dgm:prSet presAssocID="{EE921039-93F1-4B7A-BBC4-E78FD7D9BB77}" presName="vert1" presStyleCnt="0"/>
      <dgm:spPr/>
    </dgm:pt>
    <dgm:pt modelId="{1D389133-D2EB-234E-A7CC-9F59BC1FE4C5}" type="pres">
      <dgm:prSet presAssocID="{78D475BE-E9F4-4C8B-B1B9-584B92D6AE4B}" presName="thickLine" presStyleLbl="alignNode1" presStyleIdx="6" presStyleCnt="12"/>
      <dgm:spPr/>
    </dgm:pt>
    <dgm:pt modelId="{713AC769-508F-824E-99DC-E76F99ADE894}" type="pres">
      <dgm:prSet presAssocID="{78D475BE-E9F4-4C8B-B1B9-584B92D6AE4B}" presName="horz1" presStyleCnt="0"/>
      <dgm:spPr/>
    </dgm:pt>
    <dgm:pt modelId="{26B67A85-B3FC-F849-8794-BA195D3D314F}" type="pres">
      <dgm:prSet presAssocID="{78D475BE-E9F4-4C8B-B1B9-584B92D6AE4B}" presName="tx1" presStyleLbl="revTx" presStyleIdx="6" presStyleCnt="12"/>
      <dgm:spPr/>
    </dgm:pt>
    <dgm:pt modelId="{8F49327C-11BE-0F4F-9707-88A9ECBA0C7F}" type="pres">
      <dgm:prSet presAssocID="{78D475BE-E9F4-4C8B-B1B9-584B92D6AE4B}" presName="vert1" presStyleCnt="0"/>
      <dgm:spPr/>
    </dgm:pt>
    <dgm:pt modelId="{377887BE-5340-EB41-8746-9E07645A26D2}" type="pres">
      <dgm:prSet presAssocID="{AA415D0D-11EA-4B80-AAC0-9BCD2844439D}" presName="thickLine" presStyleLbl="alignNode1" presStyleIdx="7" presStyleCnt="12"/>
      <dgm:spPr/>
    </dgm:pt>
    <dgm:pt modelId="{FBADA483-1158-B04E-817B-7660B38A6D7F}" type="pres">
      <dgm:prSet presAssocID="{AA415D0D-11EA-4B80-AAC0-9BCD2844439D}" presName="horz1" presStyleCnt="0"/>
      <dgm:spPr/>
    </dgm:pt>
    <dgm:pt modelId="{35BFE73D-3D74-7745-B372-4A750D1DB6FA}" type="pres">
      <dgm:prSet presAssocID="{AA415D0D-11EA-4B80-AAC0-9BCD2844439D}" presName="tx1" presStyleLbl="revTx" presStyleIdx="7" presStyleCnt="12"/>
      <dgm:spPr/>
    </dgm:pt>
    <dgm:pt modelId="{A36B70F0-9A5D-E14D-B88C-8FD0A92AA51B}" type="pres">
      <dgm:prSet presAssocID="{AA415D0D-11EA-4B80-AAC0-9BCD2844439D}" presName="vert1" presStyleCnt="0"/>
      <dgm:spPr/>
    </dgm:pt>
    <dgm:pt modelId="{FC917102-BA44-C84F-8311-75D8C5EB7778}" type="pres">
      <dgm:prSet presAssocID="{097CA793-7782-4A85-AD13-26EEF8D39394}" presName="thickLine" presStyleLbl="alignNode1" presStyleIdx="8" presStyleCnt="12"/>
      <dgm:spPr/>
    </dgm:pt>
    <dgm:pt modelId="{66981C1C-FD68-9A4C-8C83-50B50CDF2322}" type="pres">
      <dgm:prSet presAssocID="{097CA793-7782-4A85-AD13-26EEF8D39394}" presName="horz1" presStyleCnt="0"/>
      <dgm:spPr/>
    </dgm:pt>
    <dgm:pt modelId="{FDC7A4D6-13A8-BB4E-B73F-18914246413A}" type="pres">
      <dgm:prSet presAssocID="{097CA793-7782-4A85-AD13-26EEF8D39394}" presName="tx1" presStyleLbl="revTx" presStyleIdx="8" presStyleCnt="12"/>
      <dgm:spPr/>
    </dgm:pt>
    <dgm:pt modelId="{3C949749-0E82-1C46-8373-F16F5AA494C3}" type="pres">
      <dgm:prSet presAssocID="{097CA793-7782-4A85-AD13-26EEF8D39394}" presName="vert1" presStyleCnt="0"/>
      <dgm:spPr/>
    </dgm:pt>
    <dgm:pt modelId="{5E16E12F-F39A-8543-83E2-2EFEAC19F410}" type="pres">
      <dgm:prSet presAssocID="{379A6A1E-9919-4A4D-8934-DF7AF89E4B3C}" presName="thickLine" presStyleLbl="alignNode1" presStyleIdx="9" presStyleCnt="12"/>
      <dgm:spPr/>
    </dgm:pt>
    <dgm:pt modelId="{999F5AC2-DF33-BA41-9EE7-2C02780CE4A6}" type="pres">
      <dgm:prSet presAssocID="{379A6A1E-9919-4A4D-8934-DF7AF89E4B3C}" presName="horz1" presStyleCnt="0"/>
      <dgm:spPr/>
    </dgm:pt>
    <dgm:pt modelId="{25A81793-DA0E-314B-8E49-89C9A30A4402}" type="pres">
      <dgm:prSet presAssocID="{379A6A1E-9919-4A4D-8934-DF7AF89E4B3C}" presName="tx1" presStyleLbl="revTx" presStyleIdx="9" presStyleCnt="12"/>
      <dgm:spPr/>
    </dgm:pt>
    <dgm:pt modelId="{04771E8C-665B-6140-9867-83A195BAEF40}" type="pres">
      <dgm:prSet presAssocID="{379A6A1E-9919-4A4D-8934-DF7AF89E4B3C}" presName="vert1" presStyleCnt="0"/>
      <dgm:spPr/>
    </dgm:pt>
    <dgm:pt modelId="{C08E9B08-E377-C34F-BFB7-834F6B0BD9F2}" type="pres">
      <dgm:prSet presAssocID="{672962C5-FC70-49A7-B459-3B3AD7D318F9}" presName="thickLine" presStyleLbl="alignNode1" presStyleIdx="10" presStyleCnt="12"/>
      <dgm:spPr/>
    </dgm:pt>
    <dgm:pt modelId="{B3BB4D44-7CB5-C249-BF80-8B510911F476}" type="pres">
      <dgm:prSet presAssocID="{672962C5-FC70-49A7-B459-3B3AD7D318F9}" presName="horz1" presStyleCnt="0"/>
      <dgm:spPr/>
    </dgm:pt>
    <dgm:pt modelId="{5DD10A4A-4316-9D4B-B2F7-5623437CE2E9}" type="pres">
      <dgm:prSet presAssocID="{672962C5-FC70-49A7-B459-3B3AD7D318F9}" presName="tx1" presStyleLbl="revTx" presStyleIdx="10" presStyleCnt="12"/>
      <dgm:spPr/>
    </dgm:pt>
    <dgm:pt modelId="{7EAB1D6F-9569-E04B-A28C-1BEA2118D4D2}" type="pres">
      <dgm:prSet presAssocID="{672962C5-FC70-49A7-B459-3B3AD7D318F9}" presName="vert1" presStyleCnt="0"/>
      <dgm:spPr/>
    </dgm:pt>
    <dgm:pt modelId="{642FB40B-B71E-B341-917E-334C68473113}" type="pres">
      <dgm:prSet presAssocID="{A1B5409F-A8C5-42A1-A425-724FCEB76C08}" presName="thickLine" presStyleLbl="alignNode1" presStyleIdx="11" presStyleCnt="12"/>
      <dgm:spPr/>
    </dgm:pt>
    <dgm:pt modelId="{D147D86D-608B-614B-AFE1-95BF457D4256}" type="pres">
      <dgm:prSet presAssocID="{A1B5409F-A8C5-42A1-A425-724FCEB76C08}" presName="horz1" presStyleCnt="0"/>
      <dgm:spPr/>
    </dgm:pt>
    <dgm:pt modelId="{24C04C97-025C-9A45-940E-5F647501101E}" type="pres">
      <dgm:prSet presAssocID="{A1B5409F-A8C5-42A1-A425-724FCEB76C08}" presName="tx1" presStyleLbl="revTx" presStyleIdx="11" presStyleCnt="12" custLinFactNeighborX="224"/>
      <dgm:spPr/>
    </dgm:pt>
    <dgm:pt modelId="{2657CC4C-6DCE-B54B-8105-9164F7E4F22D}" type="pres">
      <dgm:prSet presAssocID="{A1B5409F-A8C5-42A1-A425-724FCEB76C08}" presName="vert1" presStyleCnt="0"/>
      <dgm:spPr/>
    </dgm:pt>
  </dgm:ptLst>
  <dgm:cxnLst>
    <dgm:cxn modelId="{A4326907-E7A3-45FF-9FC4-AEBB47201B86}" srcId="{849F703E-D1D3-4221-94AD-C1CA716F6671}" destId="{379A6A1E-9919-4A4D-8934-DF7AF89E4B3C}" srcOrd="9" destOrd="0" parTransId="{D3169B41-C4C1-4642-829B-010294B2D83B}" sibTransId="{BC18A338-79C1-44F4-94F6-49DC16A34C1E}"/>
    <dgm:cxn modelId="{9D293408-1530-45E3-91BD-A102F9C1AC9F}" srcId="{849F703E-D1D3-4221-94AD-C1CA716F6671}" destId="{1453D2C7-C693-4253-A3C5-22F9B6E92061}" srcOrd="3" destOrd="0" parTransId="{1D83D41D-E4FC-4C5B-A449-73F2CBCE2B1E}" sibTransId="{F5B3BF50-1855-4CDB-ADD8-DA0C80770BFF}"/>
    <dgm:cxn modelId="{879AC60A-9302-5A4F-A1E6-E09C83CF874A}" type="presOf" srcId="{849F703E-D1D3-4221-94AD-C1CA716F6671}" destId="{6F102592-3E65-3745-BE2D-814102DC7D37}" srcOrd="0" destOrd="0" presId="urn:microsoft.com/office/officeart/2008/layout/LinedList"/>
    <dgm:cxn modelId="{00524C0F-3950-4E8E-B64E-F2876C6F3CF5}" srcId="{849F703E-D1D3-4221-94AD-C1CA716F6671}" destId="{097CA793-7782-4A85-AD13-26EEF8D39394}" srcOrd="8" destOrd="0" parTransId="{2AC74395-DF4F-44EE-8F8A-CF454BAB8E8E}" sibTransId="{E10737E3-D794-47F7-BE75-C123816F9CB9}"/>
    <dgm:cxn modelId="{8C808F11-09D5-4082-A8FA-5A0F80F5987E}" srcId="{849F703E-D1D3-4221-94AD-C1CA716F6671}" destId="{AA415D0D-11EA-4B80-AAC0-9BCD2844439D}" srcOrd="7" destOrd="0" parTransId="{A51EAA0F-AB27-4037-B430-CDC771B6DC72}" sibTransId="{B8816D5A-F38A-4A50-8C75-83E52A8DEB77}"/>
    <dgm:cxn modelId="{58F4981A-6500-46FD-8D0A-22692597F1C7}" srcId="{849F703E-D1D3-4221-94AD-C1CA716F6671}" destId="{5332E6E6-0D27-42F2-9120-D11630693042}" srcOrd="4" destOrd="0" parTransId="{4F033557-78B8-4443-9450-54BBA62C710E}" sibTransId="{B5017206-6A0B-48C2-A815-12231B34E4AD}"/>
    <dgm:cxn modelId="{2E70ED20-765A-2C43-94A1-AEC86DC66BC7}" type="presOf" srcId="{78D475BE-E9F4-4C8B-B1B9-584B92D6AE4B}" destId="{26B67A85-B3FC-F849-8794-BA195D3D314F}" srcOrd="0" destOrd="0" presId="urn:microsoft.com/office/officeart/2008/layout/LinedList"/>
    <dgm:cxn modelId="{0A8AAC22-0848-48B7-8AF0-C0B17AA6DB56}" srcId="{849F703E-D1D3-4221-94AD-C1CA716F6671}" destId="{78D475BE-E9F4-4C8B-B1B9-584B92D6AE4B}" srcOrd="6" destOrd="0" parTransId="{8C2E42E4-8AF8-4DC6-9BF7-503F36C76D2A}" sibTransId="{6933A705-CB44-4662-B235-03AA2D30BCA5}"/>
    <dgm:cxn modelId="{A475A825-391A-4628-96E9-2772490379FF}" srcId="{849F703E-D1D3-4221-94AD-C1CA716F6671}" destId="{F1130A29-DC45-4A5D-B97C-0F8330DDC0C5}" srcOrd="1" destOrd="0" parTransId="{48ACA852-C48B-444D-99A2-3767E0369013}" sibTransId="{9D9A956D-912C-4B96-8BF7-8A97835C3300}"/>
    <dgm:cxn modelId="{D8F7AB28-027A-6946-9B8E-B9351063D1B6}" type="presOf" srcId="{A1B5409F-A8C5-42A1-A425-724FCEB76C08}" destId="{24C04C97-025C-9A45-940E-5F647501101E}" srcOrd="0" destOrd="0" presId="urn:microsoft.com/office/officeart/2008/layout/LinedList"/>
    <dgm:cxn modelId="{DCB9053C-FAAF-B242-AF82-8918C0A771A8}" type="presOf" srcId="{097CA793-7782-4A85-AD13-26EEF8D39394}" destId="{FDC7A4D6-13A8-BB4E-B73F-18914246413A}" srcOrd="0" destOrd="0" presId="urn:microsoft.com/office/officeart/2008/layout/LinedList"/>
    <dgm:cxn modelId="{3532C643-8880-0E4D-8D34-71457F21128D}" type="presOf" srcId="{379A6A1E-9919-4A4D-8934-DF7AF89E4B3C}" destId="{25A81793-DA0E-314B-8E49-89C9A30A4402}" srcOrd="0" destOrd="0" presId="urn:microsoft.com/office/officeart/2008/layout/LinedList"/>
    <dgm:cxn modelId="{D308FE44-5866-D049-A0F0-6265330483A0}" type="presOf" srcId="{D9D78DCA-B748-4AC0-948B-E8D69D09D61B}" destId="{8770F0CF-8D52-DD48-B9A8-1FD8BE96DAEB}" srcOrd="0" destOrd="0" presId="urn:microsoft.com/office/officeart/2008/layout/LinedList"/>
    <dgm:cxn modelId="{1E7E0F52-AE6B-CB45-BA77-F7C9AE5391A9}" type="presOf" srcId="{672962C5-FC70-49A7-B459-3B3AD7D318F9}" destId="{5DD10A4A-4316-9D4B-B2F7-5623437CE2E9}" srcOrd="0" destOrd="0" presId="urn:microsoft.com/office/officeart/2008/layout/LinedList"/>
    <dgm:cxn modelId="{6854E76E-CADC-2549-B09A-0710DBCD97E2}" type="presOf" srcId="{5332E6E6-0D27-42F2-9120-D11630693042}" destId="{8C7FD8DB-7C13-734B-9411-203ECFAEA932}" srcOrd="0" destOrd="0" presId="urn:microsoft.com/office/officeart/2008/layout/LinedList"/>
    <dgm:cxn modelId="{8D2EDB9E-FD4F-D148-80F0-C3380B143E8E}" type="presOf" srcId="{AA415D0D-11EA-4B80-AAC0-9BCD2844439D}" destId="{35BFE73D-3D74-7745-B372-4A750D1DB6FA}" srcOrd="0" destOrd="0" presId="urn:microsoft.com/office/officeart/2008/layout/LinedList"/>
    <dgm:cxn modelId="{952DF09E-7BE4-E14B-A336-618E39270655}" type="presOf" srcId="{EE921039-93F1-4B7A-BBC4-E78FD7D9BB77}" destId="{CD1E1031-A1C2-6A40-B096-173418AFF145}" srcOrd="0" destOrd="0" presId="urn:microsoft.com/office/officeart/2008/layout/LinedList"/>
    <dgm:cxn modelId="{69DE4DA6-11CB-6A4A-8B1F-A10EAA50AD50}" type="presOf" srcId="{F1130A29-DC45-4A5D-B97C-0F8330DDC0C5}" destId="{7CE08EDD-7258-A046-8E5D-CC48417C80FD}" srcOrd="0" destOrd="0" presId="urn:microsoft.com/office/officeart/2008/layout/LinedList"/>
    <dgm:cxn modelId="{269554A9-EA95-4525-B886-939CA784CA24}" srcId="{849F703E-D1D3-4221-94AD-C1CA716F6671}" destId="{D9D78DCA-B748-4AC0-948B-E8D69D09D61B}" srcOrd="0" destOrd="0" parTransId="{43F83F3E-1FC0-4308-8B3B-20B8930917CF}" sibTransId="{B2658D3A-6B7B-4B55-ACEC-18F5A9558AE9}"/>
    <dgm:cxn modelId="{DFE208B6-A0B9-5B4D-BF09-C163B31DBB9B}" type="presOf" srcId="{1453D2C7-C693-4253-A3C5-22F9B6E92061}" destId="{169C3D69-F634-754D-9A1B-B2C23042DBCA}" srcOrd="0" destOrd="0" presId="urn:microsoft.com/office/officeart/2008/layout/LinedList"/>
    <dgm:cxn modelId="{0DA67FBC-DF16-466F-8C28-5AFC7E45A4E4}" srcId="{849F703E-D1D3-4221-94AD-C1CA716F6671}" destId="{CE767224-B944-42FC-BC98-008AC4B1F5C5}" srcOrd="2" destOrd="0" parTransId="{D1D0E632-5F31-426B-88BE-D1D70E493DA5}" sibTransId="{7C9096CC-EED9-4273-AE5E-2FFCEB172256}"/>
    <dgm:cxn modelId="{240019C6-2C30-4B55-A8BC-FF66740CE7EB}" srcId="{849F703E-D1D3-4221-94AD-C1CA716F6671}" destId="{EE921039-93F1-4B7A-BBC4-E78FD7D9BB77}" srcOrd="5" destOrd="0" parTransId="{BEFB00D6-A336-4706-A74C-961B8C995070}" sibTransId="{F9AA747B-DBC3-4410-9678-040E922E4618}"/>
    <dgm:cxn modelId="{441730CD-A054-4BF0-BAE2-8D3F1260D362}" srcId="{849F703E-D1D3-4221-94AD-C1CA716F6671}" destId="{672962C5-FC70-49A7-B459-3B3AD7D318F9}" srcOrd="10" destOrd="0" parTransId="{DE1E456A-139E-4B53-9A19-85DE98F61ECA}" sibTransId="{541D084A-6514-4878-AD61-FC0B6B5CFA27}"/>
    <dgm:cxn modelId="{7622ECE6-B4B6-404E-8BBD-0670466BAE14}" type="presOf" srcId="{CE767224-B944-42FC-BC98-008AC4B1F5C5}" destId="{1DA42C2C-8827-3B42-A7D6-5D99D273616D}" srcOrd="0" destOrd="0" presId="urn:microsoft.com/office/officeart/2008/layout/LinedList"/>
    <dgm:cxn modelId="{1A32DDF0-CF28-4FA8-9FFC-F3A66F5D87CA}" srcId="{849F703E-D1D3-4221-94AD-C1CA716F6671}" destId="{A1B5409F-A8C5-42A1-A425-724FCEB76C08}" srcOrd="11" destOrd="0" parTransId="{0B878FF8-934C-4395-AC05-78D70CAE4E8C}" sibTransId="{03D984A6-F712-4C98-A730-DA68905CADA5}"/>
    <dgm:cxn modelId="{B37E9E0C-4044-AC40-A18C-2579AB9E61BE}" type="presParOf" srcId="{6F102592-3E65-3745-BE2D-814102DC7D37}" destId="{C46D8550-E7C3-7E43-ADFD-1195128232AC}" srcOrd="0" destOrd="0" presId="urn:microsoft.com/office/officeart/2008/layout/LinedList"/>
    <dgm:cxn modelId="{3EEDB9D5-26A8-0346-B11F-7F3A29C94F97}" type="presParOf" srcId="{6F102592-3E65-3745-BE2D-814102DC7D37}" destId="{9FE64CA4-E241-FA47-B87F-ABC07AE5D3EF}" srcOrd="1" destOrd="0" presId="urn:microsoft.com/office/officeart/2008/layout/LinedList"/>
    <dgm:cxn modelId="{13D3EAC0-3C7E-2A4B-B426-53A7EA33F7A2}" type="presParOf" srcId="{9FE64CA4-E241-FA47-B87F-ABC07AE5D3EF}" destId="{8770F0CF-8D52-DD48-B9A8-1FD8BE96DAEB}" srcOrd="0" destOrd="0" presId="urn:microsoft.com/office/officeart/2008/layout/LinedList"/>
    <dgm:cxn modelId="{F90516C9-80B1-6E46-966D-1743BDDA5137}" type="presParOf" srcId="{9FE64CA4-E241-FA47-B87F-ABC07AE5D3EF}" destId="{1B9E12B7-7728-8F44-BF2F-EF089F85B6BB}" srcOrd="1" destOrd="0" presId="urn:microsoft.com/office/officeart/2008/layout/LinedList"/>
    <dgm:cxn modelId="{5BA3022F-5D9D-3E4F-AF33-D452958CCA4B}" type="presParOf" srcId="{6F102592-3E65-3745-BE2D-814102DC7D37}" destId="{BECB427A-C74C-D647-BDC1-800CDB4C3518}" srcOrd="2" destOrd="0" presId="urn:microsoft.com/office/officeart/2008/layout/LinedList"/>
    <dgm:cxn modelId="{C2D49C9A-6278-0943-A91F-FCC0D10C3DBF}" type="presParOf" srcId="{6F102592-3E65-3745-BE2D-814102DC7D37}" destId="{D97650D4-4345-CC43-AC29-FCC4866D1CC6}" srcOrd="3" destOrd="0" presId="urn:microsoft.com/office/officeart/2008/layout/LinedList"/>
    <dgm:cxn modelId="{A070BF1A-3543-CD43-A40E-3958261D407D}" type="presParOf" srcId="{D97650D4-4345-CC43-AC29-FCC4866D1CC6}" destId="{7CE08EDD-7258-A046-8E5D-CC48417C80FD}" srcOrd="0" destOrd="0" presId="urn:microsoft.com/office/officeart/2008/layout/LinedList"/>
    <dgm:cxn modelId="{F37066FA-7114-FF4B-858D-BD26042A4C40}" type="presParOf" srcId="{D97650D4-4345-CC43-AC29-FCC4866D1CC6}" destId="{CA76B644-A912-414B-B2BA-D6C515FC78A1}" srcOrd="1" destOrd="0" presId="urn:microsoft.com/office/officeart/2008/layout/LinedList"/>
    <dgm:cxn modelId="{912B7761-2763-E946-AA74-5CDD748DC20F}" type="presParOf" srcId="{6F102592-3E65-3745-BE2D-814102DC7D37}" destId="{353D3463-D689-DE46-A9E9-89CA62B9A0B7}" srcOrd="4" destOrd="0" presId="urn:microsoft.com/office/officeart/2008/layout/LinedList"/>
    <dgm:cxn modelId="{C983084C-F5BB-4C4A-9ECF-F17C14F309D4}" type="presParOf" srcId="{6F102592-3E65-3745-BE2D-814102DC7D37}" destId="{DE1F25B8-81A1-2649-9585-ACA06CE3ECDA}" srcOrd="5" destOrd="0" presId="urn:microsoft.com/office/officeart/2008/layout/LinedList"/>
    <dgm:cxn modelId="{F8EAA787-9057-984F-AB7A-7735D90B7ABC}" type="presParOf" srcId="{DE1F25B8-81A1-2649-9585-ACA06CE3ECDA}" destId="{1DA42C2C-8827-3B42-A7D6-5D99D273616D}" srcOrd="0" destOrd="0" presId="urn:microsoft.com/office/officeart/2008/layout/LinedList"/>
    <dgm:cxn modelId="{524960DA-F7B3-4E4E-BE0A-1C8378BF849E}" type="presParOf" srcId="{DE1F25B8-81A1-2649-9585-ACA06CE3ECDA}" destId="{04423909-7A05-1E4C-BA6D-123C9852B2DE}" srcOrd="1" destOrd="0" presId="urn:microsoft.com/office/officeart/2008/layout/LinedList"/>
    <dgm:cxn modelId="{0FAF3E19-4FC9-964F-B2A6-3E71E9F3E537}" type="presParOf" srcId="{6F102592-3E65-3745-BE2D-814102DC7D37}" destId="{84AF631B-7017-054D-9D8A-B7D874FA5C02}" srcOrd="6" destOrd="0" presId="urn:microsoft.com/office/officeart/2008/layout/LinedList"/>
    <dgm:cxn modelId="{62A672AC-698B-8845-B045-C7D4BC5227A6}" type="presParOf" srcId="{6F102592-3E65-3745-BE2D-814102DC7D37}" destId="{6CBC22E6-1D79-334F-B836-A0D7B5686BF6}" srcOrd="7" destOrd="0" presId="urn:microsoft.com/office/officeart/2008/layout/LinedList"/>
    <dgm:cxn modelId="{A8566748-BE33-794B-966E-33D5EE2C8170}" type="presParOf" srcId="{6CBC22E6-1D79-334F-B836-A0D7B5686BF6}" destId="{169C3D69-F634-754D-9A1B-B2C23042DBCA}" srcOrd="0" destOrd="0" presId="urn:microsoft.com/office/officeart/2008/layout/LinedList"/>
    <dgm:cxn modelId="{7CFB2333-E304-4048-853C-01A0F2423BE1}" type="presParOf" srcId="{6CBC22E6-1D79-334F-B836-A0D7B5686BF6}" destId="{C4DA2E7B-311F-0A4E-9E90-57B90A27BC4B}" srcOrd="1" destOrd="0" presId="urn:microsoft.com/office/officeart/2008/layout/LinedList"/>
    <dgm:cxn modelId="{C85842F5-CD5E-624E-8554-EA17DF03A7B8}" type="presParOf" srcId="{6F102592-3E65-3745-BE2D-814102DC7D37}" destId="{99A93E01-F686-0B4E-9093-D6C9B81C0744}" srcOrd="8" destOrd="0" presId="urn:microsoft.com/office/officeart/2008/layout/LinedList"/>
    <dgm:cxn modelId="{91161DA7-1FEF-A14E-9EC9-BDE3D0DC37C5}" type="presParOf" srcId="{6F102592-3E65-3745-BE2D-814102DC7D37}" destId="{E58F7D11-0679-974A-8408-685D5250726B}" srcOrd="9" destOrd="0" presId="urn:microsoft.com/office/officeart/2008/layout/LinedList"/>
    <dgm:cxn modelId="{A7C798A7-06FD-5041-9B43-CEB8046494DA}" type="presParOf" srcId="{E58F7D11-0679-974A-8408-685D5250726B}" destId="{8C7FD8DB-7C13-734B-9411-203ECFAEA932}" srcOrd="0" destOrd="0" presId="urn:microsoft.com/office/officeart/2008/layout/LinedList"/>
    <dgm:cxn modelId="{198B8E53-2AFD-6448-940D-0311F3AF5382}" type="presParOf" srcId="{E58F7D11-0679-974A-8408-685D5250726B}" destId="{72FB0D5F-A801-1242-81D3-2091FE350E1F}" srcOrd="1" destOrd="0" presId="urn:microsoft.com/office/officeart/2008/layout/LinedList"/>
    <dgm:cxn modelId="{415F18D0-FD73-4D4A-8944-E5A0FF03DDE6}" type="presParOf" srcId="{6F102592-3E65-3745-BE2D-814102DC7D37}" destId="{7366A5E9-1DB7-214C-8628-9EF0568A88C5}" srcOrd="10" destOrd="0" presId="urn:microsoft.com/office/officeart/2008/layout/LinedList"/>
    <dgm:cxn modelId="{F23E66BF-8590-D440-8BB7-19829CDB33B3}" type="presParOf" srcId="{6F102592-3E65-3745-BE2D-814102DC7D37}" destId="{8D55CC36-F51E-C34A-9C23-081C18C150CE}" srcOrd="11" destOrd="0" presId="urn:microsoft.com/office/officeart/2008/layout/LinedList"/>
    <dgm:cxn modelId="{A79643C2-A026-F94F-99E2-D62BAEAE5FA0}" type="presParOf" srcId="{8D55CC36-F51E-C34A-9C23-081C18C150CE}" destId="{CD1E1031-A1C2-6A40-B096-173418AFF145}" srcOrd="0" destOrd="0" presId="urn:microsoft.com/office/officeart/2008/layout/LinedList"/>
    <dgm:cxn modelId="{FB4D7E5E-D5C2-EE4A-9EAB-35BD0963A128}" type="presParOf" srcId="{8D55CC36-F51E-C34A-9C23-081C18C150CE}" destId="{28449033-DC59-0A4E-8A5E-BF6E63BDD9FE}" srcOrd="1" destOrd="0" presId="urn:microsoft.com/office/officeart/2008/layout/LinedList"/>
    <dgm:cxn modelId="{4739641A-C35A-4E44-864F-512D2A76761B}" type="presParOf" srcId="{6F102592-3E65-3745-BE2D-814102DC7D37}" destId="{1D389133-D2EB-234E-A7CC-9F59BC1FE4C5}" srcOrd="12" destOrd="0" presId="urn:microsoft.com/office/officeart/2008/layout/LinedList"/>
    <dgm:cxn modelId="{EF809707-2F6B-3144-9F9C-DDE22D779FB0}" type="presParOf" srcId="{6F102592-3E65-3745-BE2D-814102DC7D37}" destId="{713AC769-508F-824E-99DC-E76F99ADE894}" srcOrd="13" destOrd="0" presId="urn:microsoft.com/office/officeart/2008/layout/LinedList"/>
    <dgm:cxn modelId="{9BD03AE1-D3DB-B242-BF43-C2D305EE6827}" type="presParOf" srcId="{713AC769-508F-824E-99DC-E76F99ADE894}" destId="{26B67A85-B3FC-F849-8794-BA195D3D314F}" srcOrd="0" destOrd="0" presId="urn:microsoft.com/office/officeart/2008/layout/LinedList"/>
    <dgm:cxn modelId="{8A5B4032-7A75-9042-AF2A-36D32578B8AB}" type="presParOf" srcId="{713AC769-508F-824E-99DC-E76F99ADE894}" destId="{8F49327C-11BE-0F4F-9707-88A9ECBA0C7F}" srcOrd="1" destOrd="0" presId="urn:microsoft.com/office/officeart/2008/layout/LinedList"/>
    <dgm:cxn modelId="{757F3F68-2FDA-C942-898D-FC7EC49B2C9F}" type="presParOf" srcId="{6F102592-3E65-3745-BE2D-814102DC7D37}" destId="{377887BE-5340-EB41-8746-9E07645A26D2}" srcOrd="14" destOrd="0" presId="urn:microsoft.com/office/officeart/2008/layout/LinedList"/>
    <dgm:cxn modelId="{C025558C-7943-5047-9CF8-B886FD39E509}" type="presParOf" srcId="{6F102592-3E65-3745-BE2D-814102DC7D37}" destId="{FBADA483-1158-B04E-817B-7660B38A6D7F}" srcOrd="15" destOrd="0" presId="urn:microsoft.com/office/officeart/2008/layout/LinedList"/>
    <dgm:cxn modelId="{49AE1540-F060-F14F-8BAD-A3548394843D}" type="presParOf" srcId="{FBADA483-1158-B04E-817B-7660B38A6D7F}" destId="{35BFE73D-3D74-7745-B372-4A750D1DB6FA}" srcOrd="0" destOrd="0" presId="urn:microsoft.com/office/officeart/2008/layout/LinedList"/>
    <dgm:cxn modelId="{E1F18F9D-5A0F-C44F-A7F2-1B9C782C0EDB}" type="presParOf" srcId="{FBADA483-1158-B04E-817B-7660B38A6D7F}" destId="{A36B70F0-9A5D-E14D-B88C-8FD0A92AA51B}" srcOrd="1" destOrd="0" presId="urn:microsoft.com/office/officeart/2008/layout/LinedList"/>
    <dgm:cxn modelId="{BFAA194F-9ECC-1342-9204-F14060C355AC}" type="presParOf" srcId="{6F102592-3E65-3745-BE2D-814102DC7D37}" destId="{FC917102-BA44-C84F-8311-75D8C5EB7778}" srcOrd="16" destOrd="0" presId="urn:microsoft.com/office/officeart/2008/layout/LinedList"/>
    <dgm:cxn modelId="{9F46C8F7-55C3-3642-AD25-E92BB1C53FCF}" type="presParOf" srcId="{6F102592-3E65-3745-BE2D-814102DC7D37}" destId="{66981C1C-FD68-9A4C-8C83-50B50CDF2322}" srcOrd="17" destOrd="0" presId="urn:microsoft.com/office/officeart/2008/layout/LinedList"/>
    <dgm:cxn modelId="{DC079C7A-498E-5645-967A-261CD15D3192}" type="presParOf" srcId="{66981C1C-FD68-9A4C-8C83-50B50CDF2322}" destId="{FDC7A4D6-13A8-BB4E-B73F-18914246413A}" srcOrd="0" destOrd="0" presId="urn:microsoft.com/office/officeart/2008/layout/LinedList"/>
    <dgm:cxn modelId="{78AC7B1A-3859-F843-9252-42FDDD5E42C8}" type="presParOf" srcId="{66981C1C-FD68-9A4C-8C83-50B50CDF2322}" destId="{3C949749-0E82-1C46-8373-F16F5AA494C3}" srcOrd="1" destOrd="0" presId="urn:microsoft.com/office/officeart/2008/layout/LinedList"/>
    <dgm:cxn modelId="{8ACA3303-6291-904C-9758-671685B4391C}" type="presParOf" srcId="{6F102592-3E65-3745-BE2D-814102DC7D37}" destId="{5E16E12F-F39A-8543-83E2-2EFEAC19F410}" srcOrd="18" destOrd="0" presId="urn:microsoft.com/office/officeart/2008/layout/LinedList"/>
    <dgm:cxn modelId="{979833A6-5121-0C4B-9D34-970072932CDF}" type="presParOf" srcId="{6F102592-3E65-3745-BE2D-814102DC7D37}" destId="{999F5AC2-DF33-BA41-9EE7-2C02780CE4A6}" srcOrd="19" destOrd="0" presId="urn:microsoft.com/office/officeart/2008/layout/LinedList"/>
    <dgm:cxn modelId="{5DD2F01A-6061-194D-97A5-0F4A82B37501}" type="presParOf" srcId="{999F5AC2-DF33-BA41-9EE7-2C02780CE4A6}" destId="{25A81793-DA0E-314B-8E49-89C9A30A4402}" srcOrd="0" destOrd="0" presId="urn:microsoft.com/office/officeart/2008/layout/LinedList"/>
    <dgm:cxn modelId="{B57C3073-3712-2343-BFBF-92E63F16760F}" type="presParOf" srcId="{999F5AC2-DF33-BA41-9EE7-2C02780CE4A6}" destId="{04771E8C-665B-6140-9867-83A195BAEF40}" srcOrd="1" destOrd="0" presId="urn:microsoft.com/office/officeart/2008/layout/LinedList"/>
    <dgm:cxn modelId="{BF6B2950-CB5B-CF4B-9E72-A27A33A44B08}" type="presParOf" srcId="{6F102592-3E65-3745-BE2D-814102DC7D37}" destId="{C08E9B08-E377-C34F-BFB7-834F6B0BD9F2}" srcOrd="20" destOrd="0" presId="urn:microsoft.com/office/officeart/2008/layout/LinedList"/>
    <dgm:cxn modelId="{689C6F5D-9A51-C740-9671-F548FB2CB489}" type="presParOf" srcId="{6F102592-3E65-3745-BE2D-814102DC7D37}" destId="{B3BB4D44-7CB5-C249-BF80-8B510911F476}" srcOrd="21" destOrd="0" presId="urn:microsoft.com/office/officeart/2008/layout/LinedList"/>
    <dgm:cxn modelId="{08AA2BF0-08C7-1E47-BCB1-B8AF9779C1B2}" type="presParOf" srcId="{B3BB4D44-7CB5-C249-BF80-8B510911F476}" destId="{5DD10A4A-4316-9D4B-B2F7-5623437CE2E9}" srcOrd="0" destOrd="0" presId="urn:microsoft.com/office/officeart/2008/layout/LinedList"/>
    <dgm:cxn modelId="{79AB968E-0B1F-1E40-B12D-680DF8E07ED1}" type="presParOf" srcId="{B3BB4D44-7CB5-C249-BF80-8B510911F476}" destId="{7EAB1D6F-9569-E04B-A28C-1BEA2118D4D2}" srcOrd="1" destOrd="0" presId="urn:microsoft.com/office/officeart/2008/layout/LinedList"/>
    <dgm:cxn modelId="{E36D50BD-15EA-8247-BC09-A61A04FADB2A}" type="presParOf" srcId="{6F102592-3E65-3745-BE2D-814102DC7D37}" destId="{642FB40B-B71E-B341-917E-334C68473113}" srcOrd="22" destOrd="0" presId="urn:microsoft.com/office/officeart/2008/layout/LinedList"/>
    <dgm:cxn modelId="{798D99CB-BA37-B84C-B3D0-BA716C0EED9F}" type="presParOf" srcId="{6F102592-3E65-3745-BE2D-814102DC7D37}" destId="{D147D86D-608B-614B-AFE1-95BF457D4256}" srcOrd="23" destOrd="0" presId="urn:microsoft.com/office/officeart/2008/layout/LinedList"/>
    <dgm:cxn modelId="{F70E757E-3FF3-C64E-A0A2-13EBAEC5B0E3}" type="presParOf" srcId="{D147D86D-608B-614B-AFE1-95BF457D4256}" destId="{24C04C97-025C-9A45-940E-5F647501101E}" srcOrd="0" destOrd="0" presId="urn:microsoft.com/office/officeart/2008/layout/LinedList"/>
    <dgm:cxn modelId="{379337C1-7887-3848-A712-A23D891113E4}" type="presParOf" srcId="{D147D86D-608B-614B-AFE1-95BF457D4256}" destId="{2657CC4C-6DCE-B54B-8105-9164F7E4F22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8E48EF-027B-4974-9B71-A3232BA5A1F7}" type="doc">
      <dgm:prSet loTypeId="urn:microsoft.com/office/officeart/2008/layout/LinedList" loCatId="list" qsTypeId="urn:microsoft.com/office/officeart/2005/8/quickstyle/simple4" qsCatId="simple" csTypeId="urn:microsoft.com/office/officeart/2005/8/colors/accent2_2" csCatId="accent2" phldr="1"/>
      <dgm:spPr/>
      <dgm:t>
        <a:bodyPr/>
        <a:lstStyle/>
        <a:p>
          <a:endParaRPr lang="en-US"/>
        </a:p>
      </dgm:t>
    </dgm:pt>
    <dgm:pt modelId="{4F740F11-39E7-4BA0-9AF5-6B2D7AC4A8AF}">
      <dgm:prSet/>
      <dgm:spPr/>
      <dgm:t>
        <a:bodyPr/>
        <a:lstStyle/>
        <a:p>
          <a:r>
            <a:rPr lang="en-GB"/>
            <a:t>Negli </a:t>
          </a:r>
          <a:r>
            <a:rPr lang="en-GB" b="1"/>
            <a:t>anni ‘50 e ‘60</a:t>
          </a:r>
          <a:r>
            <a:rPr lang="en-GB"/>
            <a:t>, si iniziarono a fare i primi esperimenti di traduzione automatica tra lingue, in piena Guerra Fredda. Tuttavia, questi esperimenti si scontrarono con la complessità del linguaggio e con la mancanza di dati.</a:t>
          </a:r>
          <a:endParaRPr lang="en-US"/>
        </a:p>
      </dgm:t>
    </dgm:pt>
    <dgm:pt modelId="{24B8F3AC-3022-40E2-AC18-CB548A5FDA7D}" type="parTrans" cxnId="{C536CA93-3A76-4ABE-A3D3-63D1F41FDA83}">
      <dgm:prSet/>
      <dgm:spPr/>
      <dgm:t>
        <a:bodyPr/>
        <a:lstStyle/>
        <a:p>
          <a:endParaRPr lang="en-US"/>
        </a:p>
      </dgm:t>
    </dgm:pt>
    <dgm:pt modelId="{A08C8D96-B1F5-47E4-81BF-CF96E511AA76}" type="sibTrans" cxnId="{C536CA93-3A76-4ABE-A3D3-63D1F41FDA83}">
      <dgm:prSet/>
      <dgm:spPr/>
      <dgm:t>
        <a:bodyPr/>
        <a:lstStyle/>
        <a:p>
          <a:endParaRPr lang="en-US"/>
        </a:p>
      </dgm:t>
    </dgm:pt>
    <dgm:pt modelId="{0501EACD-8BAE-4EA8-802A-B2C3ACEE8829}">
      <dgm:prSet/>
      <dgm:spPr/>
      <dgm:t>
        <a:bodyPr/>
        <a:lstStyle/>
        <a:p>
          <a:endParaRPr lang="en-US" b="1" u="none" dirty="0"/>
        </a:p>
      </dgm:t>
    </dgm:pt>
    <dgm:pt modelId="{420DD1CC-8173-4AA2-AA84-338566393D18}" type="parTrans" cxnId="{ED893847-E966-4D9C-9A9C-AA92DCA3D574}">
      <dgm:prSet/>
      <dgm:spPr/>
      <dgm:t>
        <a:bodyPr/>
        <a:lstStyle/>
        <a:p>
          <a:endParaRPr lang="en-US"/>
        </a:p>
      </dgm:t>
    </dgm:pt>
    <dgm:pt modelId="{F091B569-E1F2-4CAE-B001-9DE72748F584}" type="sibTrans" cxnId="{ED893847-E966-4D9C-9A9C-AA92DCA3D574}">
      <dgm:prSet/>
      <dgm:spPr/>
      <dgm:t>
        <a:bodyPr/>
        <a:lstStyle/>
        <a:p>
          <a:endParaRPr lang="en-US"/>
        </a:p>
      </dgm:t>
    </dgm:pt>
    <dgm:pt modelId="{BA8118B6-0362-4841-A097-5E94C24261B7}" type="pres">
      <dgm:prSet presAssocID="{8D8E48EF-027B-4974-9B71-A3232BA5A1F7}" presName="vert0" presStyleCnt="0">
        <dgm:presLayoutVars>
          <dgm:dir/>
          <dgm:animOne val="branch"/>
          <dgm:animLvl val="lvl"/>
        </dgm:presLayoutVars>
      </dgm:prSet>
      <dgm:spPr/>
    </dgm:pt>
    <dgm:pt modelId="{E8375888-20A7-D14B-906D-1ABD00F7CE91}" type="pres">
      <dgm:prSet presAssocID="{4F740F11-39E7-4BA0-9AF5-6B2D7AC4A8AF}" presName="thickLine" presStyleLbl="alignNode1" presStyleIdx="0" presStyleCnt="2"/>
      <dgm:spPr/>
    </dgm:pt>
    <dgm:pt modelId="{209AC79D-E358-D541-9DC4-99892F532AB9}" type="pres">
      <dgm:prSet presAssocID="{4F740F11-39E7-4BA0-9AF5-6B2D7AC4A8AF}" presName="horz1" presStyleCnt="0"/>
      <dgm:spPr/>
    </dgm:pt>
    <dgm:pt modelId="{D31F1C9B-6730-CA4F-8CA4-28D1F1086AD3}" type="pres">
      <dgm:prSet presAssocID="{4F740F11-39E7-4BA0-9AF5-6B2D7AC4A8AF}" presName="tx1" presStyleLbl="revTx" presStyleIdx="0" presStyleCnt="2"/>
      <dgm:spPr/>
    </dgm:pt>
    <dgm:pt modelId="{236F9A70-6FC6-994F-8857-1DD0CEA86534}" type="pres">
      <dgm:prSet presAssocID="{4F740F11-39E7-4BA0-9AF5-6B2D7AC4A8AF}" presName="vert1" presStyleCnt="0"/>
      <dgm:spPr/>
    </dgm:pt>
    <dgm:pt modelId="{A1654F43-9243-004B-A7BA-46355D83F416}" type="pres">
      <dgm:prSet presAssocID="{0501EACD-8BAE-4EA8-802A-B2C3ACEE8829}" presName="thickLine" presStyleLbl="alignNode1" presStyleIdx="1" presStyleCnt="2"/>
      <dgm:spPr/>
    </dgm:pt>
    <dgm:pt modelId="{4111DBE8-1904-B741-ADEE-802B24B7BA4D}" type="pres">
      <dgm:prSet presAssocID="{0501EACD-8BAE-4EA8-802A-B2C3ACEE8829}" presName="horz1" presStyleCnt="0"/>
      <dgm:spPr/>
    </dgm:pt>
    <dgm:pt modelId="{6A34313F-AA85-1B4D-84CC-A99F39885CFA}" type="pres">
      <dgm:prSet presAssocID="{0501EACD-8BAE-4EA8-802A-B2C3ACEE8829}" presName="tx1" presStyleLbl="revTx" presStyleIdx="1" presStyleCnt="2"/>
      <dgm:spPr/>
    </dgm:pt>
    <dgm:pt modelId="{9CB7D132-D5F5-824B-9177-B1DD525C81DD}" type="pres">
      <dgm:prSet presAssocID="{0501EACD-8BAE-4EA8-802A-B2C3ACEE8829}" presName="vert1" presStyleCnt="0"/>
      <dgm:spPr/>
    </dgm:pt>
  </dgm:ptLst>
  <dgm:cxnLst>
    <dgm:cxn modelId="{1519031A-732E-6747-A090-95DE392A3B40}" type="presOf" srcId="{4F740F11-39E7-4BA0-9AF5-6B2D7AC4A8AF}" destId="{D31F1C9B-6730-CA4F-8CA4-28D1F1086AD3}" srcOrd="0" destOrd="0" presId="urn:microsoft.com/office/officeart/2008/layout/LinedList"/>
    <dgm:cxn modelId="{ED893847-E966-4D9C-9A9C-AA92DCA3D574}" srcId="{8D8E48EF-027B-4974-9B71-A3232BA5A1F7}" destId="{0501EACD-8BAE-4EA8-802A-B2C3ACEE8829}" srcOrd="1" destOrd="0" parTransId="{420DD1CC-8173-4AA2-AA84-338566393D18}" sibTransId="{F091B569-E1F2-4CAE-B001-9DE72748F584}"/>
    <dgm:cxn modelId="{C536CA93-3A76-4ABE-A3D3-63D1F41FDA83}" srcId="{8D8E48EF-027B-4974-9B71-A3232BA5A1F7}" destId="{4F740F11-39E7-4BA0-9AF5-6B2D7AC4A8AF}" srcOrd="0" destOrd="0" parTransId="{24B8F3AC-3022-40E2-AC18-CB548A5FDA7D}" sibTransId="{A08C8D96-B1F5-47E4-81BF-CF96E511AA76}"/>
    <dgm:cxn modelId="{79258A94-5FFE-9349-A92A-0599268DEEA5}" type="presOf" srcId="{0501EACD-8BAE-4EA8-802A-B2C3ACEE8829}" destId="{6A34313F-AA85-1B4D-84CC-A99F39885CFA}" srcOrd="0" destOrd="0" presId="urn:microsoft.com/office/officeart/2008/layout/LinedList"/>
    <dgm:cxn modelId="{610A51E9-9EBF-1544-A0E7-C668FFFC3464}" type="presOf" srcId="{8D8E48EF-027B-4974-9B71-A3232BA5A1F7}" destId="{BA8118B6-0362-4841-A097-5E94C24261B7}" srcOrd="0" destOrd="0" presId="urn:microsoft.com/office/officeart/2008/layout/LinedList"/>
    <dgm:cxn modelId="{ACA5EC4F-BC8D-2E48-AF6C-FD11AEB9FDBC}" type="presParOf" srcId="{BA8118B6-0362-4841-A097-5E94C24261B7}" destId="{E8375888-20A7-D14B-906D-1ABD00F7CE91}" srcOrd="0" destOrd="0" presId="urn:microsoft.com/office/officeart/2008/layout/LinedList"/>
    <dgm:cxn modelId="{FE2DD1BD-7395-D643-8575-2F301747A954}" type="presParOf" srcId="{BA8118B6-0362-4841-A097-5E94C24261B7}" destId="{209AC79D-E358-D541-9DC4-99892F532AB9}" srcOrd="1" destOrd="0" presId="urn:microsoft.com/office/officeart/2008/layout/LinedList"/>
    <dgm:cxn modelId="{1D8CED5C-CC00-2145-80AF-F2D3508D8A4F}" type="presParOf" srcId="{209AC79D-E358-D541-9DC4-99892F532AB9}" destId="{D31F1C9B-6730-CA4F-8CA4-28D1F1086AD3}" srcOrd="0" destOrd="0" presId="urn:microsoft.com/office/officeart/2008/layout/LinedList"/>
    <dgm:cxn modelId="{C72CFFB4-C47C-4542-822B-B226CB69637A}" type="presParOf" srcId="{209AC79D-E358-D541-9DC4-99892F532AB9}" destId="{236F9A70-6FC6-994F-8857-1DD0CEA86534}" srcOrd="1" destOrd="0" presId="urn:microsoft.com/office/officeart/2008/layout/LinedList"/>
    <dgm:cxn modelId="{2BA0E211-B998-3F40-9C5B-9A6EEE11EC83}" type="presParOf" srcId="{BA8118B6-0362-4841-A097-5E94C24261B7}" destId="{A1654F43-9243-004B-A7BA-46355D83F416}" srcOrd="2" destOrd="0" presId="urn:microsoft.com/office/officeart/2008/layout/LinedList"/>
    <dgm:cxn modelId="{F5AAADF2-BECC-D641-8331-1A87B5810A51}" type="presParOf" srcId="{BA8118B6-0362-4841-A097-5E94C24261B7}" destId="{4111DBE8-1904-B741-ADEE-802B24B7BA4D}" srcOrd="3" destOrd="0" presId="urn:microsoft.com/office/officeart/2008/layout/LinedList"/>
    <dgm:cxn modelId="{C2FC5FAA-9814-2A43-A617-E8E2D0390A7C}" type="presParOf" srcId="{4111DBE8-1904-B741-ADEE-802B24B7BA4D}" destId="{6A34313F-AA85-1B4D-84CC-A99F39885CFA}" srcOrd="0" destOrd="0" presId="urn:microsoft.com/office/officeart/2008/layout/LinedList"/>
    <dgm:cxn modelId="{FD488A29-FBE0-7740-B830-8385916E3EB3}" type="presParOf" srcId="{4111DBE8-1904-B741-ADEE-802B24B7BA4D}" destId="{9CB7D132-D5F5-824B-9177-B1DD525C81D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016D70-BD02-4908-9389-5E8D748B315C}" type="doc">
      <dgm:prSet loTypeId="urn:microsoft.com/office/officeart/2017/3/layout/HorizontalPathTimeline" loCatId="process" qsTypeId="urn:microsoft.com/office/officeart/2005/8/quickstyle/simple1" qsCatId="simple" csTypeId="urn:microsoft.com/office/officeart/2005/8/colors/colorful1" csCatId="colorful" phldr="1"/>
      <dgm:spPr/>
      <dgm:t>
        <a:bodyPr/>
        <a:lstStyle/>
        <a:p>
          <a:endParaRPr lang="en-US"/>
        </a:p>
      </dgm:t>
    </dgm:pt>
    <dgm:pt modelId="{E3B23CBE-FE74-42EE-BD13-1AAF7C09B3F0}">
      <dgm:prSet/>
      <dgm:spPr/>
      <dgm:t>
        <a:bodyPr/>
        <a:lstStyle/>
        <a:p>
          <a:pPr>
            <a:defRPr b="1"/>
          </a:pPr>
          <a:r>
            <a:rPr lang="en-US"/>
            <a:t>2000</a:t>
          </a:r>
        </a:p>
      </dgm:t>
    </dgm:pt>
    <dgm:pt modelId="{5C880525-7E0E-4A38-9338-3DECC263787A}" type="parTrans" cxnId="{940D718C-A3CB-442F-A894-272F2A831500}">
      <dgm:prSet/>
      <dgm:spPr/>
      <dgm:t>
        <a:bodyPr/>
        <a:lstStyle/>
        <a:p>
          <a:endParaRPr lang="en-US"/>
        </a:p>
      </dgm:t>
    </dgm:pt>
    <dgm:pt modelId="{E9BC8C15-5BA8-4876-A52F-5A29B9BDDE96}" type="sibTrans" cxnId="{940D718C-A3CB-442F-A894-272F2A831500}">
      <dgm:prSet/>
      <dgm:spPr/>
      <dgm:t>
        <a:bodyPr/>
        <a:lstStyle/>
        <a:p>
          <a:endParaRPr lang="en-US"/>
        </a:p>
      </dgm:t>
    </dgm:pt>
    <dgm:pt modelId="{390D6033-E326-4B80-91C7-25B3E78F16FF}">
      <dgm:prSet/>
      <dgm:spPr/>
      <dgm:t>
        <a:bodyPr/>
        <a:lstStyle/>
        <a:p>
          <a:r>
            <a:rPr lang="en-US"/>
            <a:t>A partire dagli anni 2000, si è affermato un approccio statistico, basato sull’analisi di grandi corpora di testi.</a:t>
          </a:r>
        </a:p>
      </dgm:t>
    </dgm:pt>
    <dgm:pt modelId="{3DD0685A-173B-494A-9BCE-E965405A7950}" type="parTrans" cxnId="{EF08541A-278C-4C03-92AE-3C52D6C24B3A}">
      <dgm:prSet/>
      <dgm:spPr/>
      <dgm:t>
        <a:bodyPr/>
        <a:lstStyle/>
        <a:p>
          <a:endParaRPr lang="en-US"/>
        </a:p>
      </dgm:t>
    </dgm:pt>
    <dgm:pt modelId="{E873468A-BF2A-4736-8FAC-5B796E7D78EF}" type="sibTrans" cxnId="{EF08541A-278C-4C03-92AE-3C52D6C24B3A}">
      <dgm:prSet/>
      <dgm:spPr/>
      <dgm:t>
        <a:bodyPr/>
        <a:lstStyle/>
        <a:p>
          <a:endParaRPr lang="en-US"/>
        </a:p>
      </dgm:t>
    </dgm:pt>
    <dgm:pt modelId="{12C08032-BD7C-4799-A40B-0DD6815C4811}">
      <dgm:prSet/>
      <dgm:spPr/>
      <dgm:t>
        <a:bodyPr/>
        <a:lstStyle/>
        <a:p>
          <a:pPr>
            <a:defRPr b="1"/>
          </a:pPr>
          <a:r>
            <a:rPr lang="en-US"/>
            <a:t>2010</a:t>
          </a:r>
        </a:p>
      </dgm:t>
    </dgm:pt>
    <dgm:pt modelId="{24E179FB-11EF-415A-979F-4695D0453F57}" type="parTrans" cxnId="{DE64C9EE-3B22-4A64-B941-6F2BDBAB33F5}">
      <dgm:prSet/>
      <dgm:spPr/>
      <dgm:t>
        <a:bodyPr/>
        <a:lstStyle/>
        <a:p>
          <a:endParaRPr lang="en-US"/>
        </a:p>
      </dgm:t>
    </dgm:pt>
    <dgm:pt modelId="{58EAD96D-DC6B-472E-BF7E-3480E840D3EE}" type="sibTrans" cxnId="{DE64C9EE-3B22-4A64-B941-6F2BDBAB33F5}">
      <dgm:prSet/>
      <dgm:spPr/>
      <dgm:t>
        <a:bodyPr/>
        <a:lstStyle/>
        <a:p>
          <a:endParaRPr lang="en-US"/>
        </a:p>
      </dgm:t>
    </dgm:pt>
    <dgm:pt modelId="{E2B10F45-4BD5-46C4-8598-AE35546D0CFE}">
      <dgm:prSet/>
      <dgm:spPr/>
      <dgm:t>
        <a:bodyPr/>
        <a:lstStyle/>
        <a:p>
          <a:r>
            <a:rPr lang="en-US"/>
            <a:t>Poi, dagli anni 2010 in poi, è arrivata la rivoluzione del deep learning con l’uso di reti neurali che hanno portato a un netto miglioramento delle prestazioni su molti task.</a:t>
          </a:r>
        </a:p>
      </dgm:t>
    </dgm:pt>
    <dgm:pt modelId="{D4E75219-7C91-4AD8-B14D-1B3340FB7595}" type="parTrans" cxnId="{85D78F2F-89AA-471D-B785-27F1644A2F39}">
      <dgm:prSet/>
      <dgm:spPr/>
      <dgm:t>
        <a:bodyPr/>
        <a:lstStyle/>
        <a:p>
          <a:endParaRPr lang="en-US"/>
        </a:p>
      </dgm:t>
    </dgm:pt>
    <dgm:pt modelId="{CB80F3A3-4E12-47D2-AAB0-190DAD3D8E0F}" type="sibTrans" cxnId="{85D78F2F-89AA-471D-B785-27F1644A2F39}">
      <dgm:prSet/>
      <dgm:spPr/>
      <dgm:t>
        <a:bodyPr/>
        <a:lstStyle/>
        <a:p>
          <a:endParaRPr lang="en-US"/>
        </a:p>
      </dgm:t>
    </dgm:pt>
    <dgm:pt modelId="{87B8170B-181C-6943-BBE4-96F965553F2B}" type="pres">
      <dgm:prSet presAssocID="{4F016D70-BD02-4908-9389-5E8D748B315C}" presName="root" presStyleCnt="0">
        <dgm:presLayoutVars>
          <dgm:chMax/>
          <dgm:chPref/>
          <dgm:animLvl val="lvl"/>
        </dgm:presLayoutVars>
      </dgm:prSet>
      <dgm:spPr/>
    </dgm:pt>
    <dgm:pt modelId="{30D76E99-8A2E-5D45-A427-8C1BE37D236F}" type="pres">
      <dgm:prSet presAssocID="{4F016D70-BD02-4908-9389-5E8D748B315C}" presName="divider" presStyleLbl="node1" presStyleIdx="0" presStyleCnt="1"/>
      <dgm:spPr/>
    </dgm:pt>
    <dgm:pt modelId="{10C21FF6-2769-2445-969E-86D05CFD6058}" type="pres">
      <dgm:prSet presAssocID="{4F016D70-BD02-4908-9389-5E8D748B315C}" presName="nodes" presStyleCnt="0">
        <dgm:presLayoutVars>
          <dgm:chMax/>
          <dgm:chPref/>
          <dgm:animLvl val="lvl"/>
        </dgm:presLayoutVars>
      </dgm:prSet>
      <dgm:spPr/>
    </dgm:pt>
    <dgm:pt modelId="{D09F3BF1-1248-DD42-A8AA-FBFE6C2E5C36}" type="pres">
      <dgm:prSet presAssocID="{E3B23CBE-FE74-42EE-BD13-1AAF7C09B3F0}" presName="composite" presStyleCnt="0"/>
      <dgm:spPr/>
    </dgm:pt>
    <dgm:pt modelId="{8EEB4C2D-7BB0-D342-8AD8-C71357ECC8F2}" type="pres">
      <dgm:prSet presAssocID="{E3B23CBE-FE74-42EE-BD13-1AAF7C09B3F0}" presName="L1TextContainer" presStyleLbl="revTx" presStyleIdx="0" presStyleCnt="2">
        <dgm:presLayoutVars>
          <dgm:chMax val="1"/>
          <dgm:chPref val="1"/>
          <dgm:bulletEnabled val="1"/>
        </dgm:presLayoutVars>
      </dgm:prSet>
      <dgm:spPr/>
    </dgm:pt>
    <dgm:pt modelId="{BEEFF802-F9CA-444D-AAA5-D26FBDCB7CB2}" type="pres">
      <dgm:prSet presAssocID="{E3B23CBE-FE74-42EE-BD13-1AAF7C09B3F0}" presName="L2TextContainerWrapper" presStyleCnt="0">
        <dgm:presLayoutVars>
          <dgm:chMax val="0"/>
          <dgm:chPref val="0"/>
          <dgm:bulletEnabled val="1"/>
        </dgm:presLayoutVars>
      </dgm:prSet>
      <dgm:spPr/>
    </dgm:pt>
    <dgm:pt modelId="{117AD47B-7B03-2D4A-81B6-1F8FD82B88B7}" type="pres">
      <dgm:prSet presAssocID="{E3B23CBE-FE74-42EE-BD13-1AAF7C09B3F0}" presName="L2TextContainer" presStyleLbl="bgAccFollowNode1" presStyleIdx="0" presStyleCnt="2"/>
      <dgm:spPr/>
    </dgm:pt>
    <dgm:pt modelId="{109F250C-369D-7040-92B4-704887B2C7B7}" type="pres">
      <dgm:prSet presAssocID="{E3B23CBE-FE74-42EE-BD13-1AAF7C09B3F0}" presName="FlexibleEmptyPlaceHolder" presStyleCnt="0"/>
      <dgm:spPr/>
    </dgm:pt>
    <dgm:pt modelId="{FD3695AA-B6D1-1C45-B5B9-B97C9B5331CB}" type="pres">
      <dgm:prSet presAssocID="{E3B23CBE-FE74-42EE-BD13-1AAF7C09B3F0}" presName="ConnectLine" presStyleLbl="alignNode1" presStyleIdx="0" presStyleCnt="2"/>
      <dgm:spPr>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gm:spPr>
    </dgm:pt>
    <dgm:pt modelId="{F3ED40CA-D09C-5744-857E-F7FE435F37C7}" type="pres">
      <dgm:prSet presAssocID="{E3B23CBE-FE74-42EE-BD13-1AAF7C09B3F0}" presName="ConnectorPoint" presStyleLbl="fgAcc1" presStyleIdx="0" presStyleCnt="2"/>
      <dgm:spPr>
        <a:solidFill>
          <a:schemeClr val="lt1">
            <a:alpha val="90000"/>
            <a:hueOff val="0"/>
            <a:satOff val="0"/>
            <a:lumOff val="0"/>
            <a:alphaOff val="0"/>
          </a:schemeClr>
        </a:solidFill>
        <a:ln w="12700" cap="flat" cmpd="sng" algn="ctr">
          <a:noFill/>
          <a:prstDash val="solid"/>
          <a:miter lim="800000"/>
        </a:ln>
        <a:effectLst/>
      </dgm:spPr>
    </dgm:pt>
    <dgm:pt modelId="{36B0E6D1-98DE-A547-9A04-EF6BDC6C5A05}" type="pres">
      <dgm:prSet presAssocID="{E3B23CBE-FE74-42EE-BD13-1AAF7C09B3F0}" presName="EmptyPlaceHolder" presStyleCnt="0"/>
      <dgm:spPr/>
    </dgm:pt>
    <dgm:pt modelId="{4816DC31-C9A3-5949-A459-06E4BBB3087F}" type="pres">
      <dgm:prSet presAssocID="{E9BC8C15-5BA8-4876-A52F-5A29B9BDDE96}" presName="spaceBetweenRectangles" presStyleCnt="0"/>
      <dgm:spPr/>
    </dgm:pt>
    <dgm:pt modelId="{4B276C4F-F0AC-1D4D-8AE0-5B0C1C8F4FE8}" type="pres">
      <dgm:prSet presAssocID="{12C08032-BD7C-4799-A40B-0DD6815C4811}" presName="composite" presStyleCnt="0"/>
      <dgm:spPr/>
    </dgm:pt>
    <dgm:pt modelId="{8639FC0B-0231-9D40-8894-FB396721BB82}" type="pres">
      <dgm:prSet presAssocID="{12C08032-BD7C-4799-A40B-0DD6815C4811}" presName="L1TextContainer" presStyleLbl="revTx" presStyleIdx="1" presStyleCnt="2">
        <dgm:presLayoutVars>
          <dgm:chMax val="1"/>
          <dgm:chPref val="1"/>
          <dgm:bulletEnabled val="1"/>
        </dgm:presLayoutVars>
      </dgm:prSet>
      <dgm:spPr/>
    </dgm:pt>
    <dgm:pt modelId="{27774ED0-22A0-F644-98B5-7856AB843637}" type="pres">
      <dgm:prSet presAssocID="{12C08032-BD7C-4799-A40B-0DD6815C4811}" presName="L2TextContainerWrapper" presStyleCnt="0">
        <dgm:presLayoutVars>
          <dgm:chMax val="0"/>
          <dgm:chPref val="0"/>
          <dgm:bulletEnabled val="1"/>
        </dgm:presLayoutVars>
      </dgm:prSet>
      <dgm:spPr/>
    </dgm:pt>
    <dgm:pt modelId="{51B9146F-91B4-1A45-90C9-1A030AE15E41}" type="pres">
      <dgm:prSet presAssocID="{12C08032-BD7C-4799-A40B-0DD6815C4811}" presName="L2TextContainer" presStyleLbl="bgAccFollowNode1" presStyleIdx="1" presStyleCnt="2"/>
      <dgm:spPr/>
    </dgm:pt>
    <dgm:pt modelId="{027360E4-01AF-E344-92C9-5708A861D819}" type="pres">
      <dgm:prSet presAssocID="{12C08032-BD7C-4799-A40B-0DD6815C4811}" presName="FlexibleEmptyPlaceHolder" presStyleCnt="0"/>
      <dgm:spPr/>
    </dgm:pt>
    <dgm:pt modelId="{730D16AA-C82E-2246-B01F-95C7BEDC25CD}" type="pres">
      <dgm:prSet presAssocID="{12C08032-BD7C-4799-A40B-0DD6815C4811}" presName="ConnectLine" presStyleLbl="alignNode1" presStyleIdx="1" presStyleCnt="2"/>
      <dgm:spPr>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gm:spPr>
    </dgm:pt>
    <dgm:pt modelId="{F99B4349-211E-954C-AD21-A766B804DB37}" type="pres">
      <dgm:prSet presAssocID="{12C08032-BD7C-4799-A40B-0DD6815C4811}" presName="ConnectorPoint" presStyleLbl="fgAcc1" presStyleIdx="1" presStyleCnt="2"/>
      <dgm:spPr>
        <a:solidFill>
          <a:schemeClr val="lt1">
            <a:alpha val="90000"/>
            <a:hueOff val="0"/>
            <a:satOff val="0"/>
            <a:lumOff val="0"/>
            <a:alphaOff val="0"/>
          </a:schemeClr>
        </a:solidFill>
        <a:ln w="12700" cap="flat" cmpd="sng" algn="ctr">
          <a:noFill/>
          <a:prstDash val="solid"/>
          <a:miter lim="800000"/>
        </a:ln>
        <a:effectLst/>
      </dgm:spPr>
    </dgm:pt>
    <dgm:pt modelId="{54190D00-8397-8848-9649-3825FB903988}" type="pres">
      <dgm:prSet presAssocID="{12C08032-BD7C-4799-A40B-0DD6815C4811}" presName="EmptyPlaceHolder" presStyleCnt="0"/>
      <dgm:spPr/>
    </dgm:pt>
  </dgm:ptLst>
  <dgm:cxnLst>
    <dgm:cxn modelId="{DFB4360C-34A1-864F-BEA2-3D36896905ED}" type="presOf" srcId="{4F016D70-BD02-4908-9389-5E8D748B315C}" destId="{87B8170B-181C-6943-BBE4-96F965553F2B}" srcOrd="0" destOrd="0" presId="urn:microsoft.com/office/officeart/2017/3/layout/HorizontalPathTimeline"/>
    <dgm:cxn modelId="{EF08541A-278C-4C03-92AE-3C52D6C24B3A}" srcId="{E3B23CBE-FE74-42EE-BD13-1AAF7C09B3F0}" destId="{390D6033-E326-4B80-91C7-25B3E78F16FF}" srcOrd="0" destOrd="0" parTransId="{3DD0685A-173B-494A-9BCE-E965405A7950}" sibTransId="{E873468A-BF2A-4736-8FAC-5B796E7D78EF}"/>
    <dgm:cxn modelId="{85D78F2F-89AA-471D-B785-27F1644A2F39}" srcId="{12C08032-BD7C-4799-A40B-0DD6815C4811}" destId="{E2B10F45-4BD5-46C4-8598-AE35546D0CFE}" srcOrd="0" destOrd="0" parTransId="{D4E75219-7C91-4AD8-B14D-1B3340FB7595}" sibTransId="{CB80F3A3-4E12-47D2-AAB0-190DAD3D8E0F}"/>
    <dgm:cxn modelId="{C92AD536-0A42-C749-9CE3-E04742DE16B1}" type="presOf" srcId="{E3B23CBE-FE74-42EE-BD13-1AAF7C09B3F0}" destId="{8EEB4C2D-7BB0-D342-8AD8-C71357ECC8F2}" srcOrd="0" destOrd="0" presId="urn:microsoft.com/office/officeart/2017/3/layout/HorizontalPathTimeline"/>
    <dgm:cxn modelId="{940D718C-A3CB-442F-A894-272F2A831500}" srcId="{4F016D70-BD02-4908-9389-5E8D748B315C}" destId="{E3B23CBE-FE74-42EE-BD13-1AAF7C09B3F0}" srcOrd="0" destOrd="0" parTransId="{5C880525-7E0E-4A38-9338-3DECC263787A}" sibTransId="{E9BC8C15-5BA8-4876-A52F-5A29B9BDDE96}"/>
    <dgm:cxn modelId="{D930CAA0-316B-B74A-8034-F346E8D5ECCC}" type="presOf" srcId="{12C08032-BD7C-4799-A40B-0DD6815C4811}" destId="{8639FC0B-0231-9D40-8894-FB396721BB82}" srcOrd="0" destOrd="0" presId="urn:microsoft.com/office/officeart/2017/3/layout/HorizontalPathTimeline"/>
    <dgm:cxn modelId="{AB3479C8-6660-A64E-A130-3BC74172CB75}" type="presOf" srcId="{E2B10F45-4BD5-46C4-8598-AE35546D0CFE}" destId="{51B9146F-91B4-1A45-90C9-1A030AE15E41}" srcOrd="0" destOrd="0" presId="urn:microsoft.com/office/officeart/2017/3/layout/HorizontalPathTimeline"/>
    <dgm:cxn modelId="{454C84D1-5E01-DC48-91F6-A0AF269BB04E}" type="presOf" srcId="{390D6033-E326-4B80-91C7-25B3E78F16FF}" destId="{117AD47B-7B03-2D4A-81B6-1F8FD82B88B7}" srcOrd="0" destOrd="0" presId="urn:microsoft.com/office/officeart/2017/3/layout/HorizontalPathTimeline"/>
    <dgm:cxn modelId="{DE64C9EE-3B22-4A64-B941-6F2BDBAB33F5}" srcId="{4F016D70-BD02-4908-9389-5E8D748B315C}" destId="{12C08032-BD7C-4799-A40B-0DD6815C4811}" srcOrd="1" destOrd="0" parTransId="{24E179FB-11EF-415A-979F-4695D0453F57}" sibTransId="{58EAD96D-DC6B-472E-BF7E-3480E840D3EE}"/>
    <dgm:cxn modelId="{55781D1B-1E1B-EB40-A4CF-5C71C316F774}" type="presParOf" srcId="{87B8170B-181C-6943-BBE4-96F965553F2B}" destId="{30D76E99-8A2E-5D45-A427-8C1BE37D236F}" srcOrd="0" destOrd="0" presId="urn:microsoft.com/office/officeart/2017/3/layout/HorizontalPathTimeline"/>
    <dgm:cxn modelId="{E8A42094-11C0-0C49-956B-A26033FF4980}" type="presParOf" srcId="{87B8170B-181C-6943-BBE4-96F965553F2B}" destId="{10C21FF6-2769-2445-969E-86D05CFD6058}" srcOrd="1" destOrd="0" presId="urn:microsoft.com/office/officeart/2017/3/layout/HorizontalPathTimeline"/>
    <dgm:cxn modelId="{50A3808F-9A14-3248-855E-236AADD67F5F}" type="presParOf" srcId="{10C21FF6-2769-2445-969E-86D05CFD6058}" destId="{D09F3BF1-1248-DD42-A8AA-FBFE6C2E5C36}" srcOrd="0" destOrd="0" presId="urn:microsoft.com/office/officeart/2017/3/layout/HorizontalPathTimeline"/>
    <dgm:cxn modelId="{7A5C60E1-AD5E-274E-A7D7-E4FD8E29F350}" type="presParOf" srcId="{D09F3BF1-1248-DD42-A8AA-FBFE6C2E5C36}" destId="{8EEB4C2D-7BB0-D342-8AD8-C71357ECC8F2}" srcOrd="0" destOrd="0" presId="urn:microsoft.com/office/officeart/2017/3/layout/HorizontalPathTimeline"/>
    <dgm:cxn modelId="{9D96ABCE-B3C9-5C4F-A1A3-F731767ADB04}" type="presParOf" srcId="{D09F3BF1-1248-DD42-A8AA-FBFE6C2E5C36}" destId="{BEEFF802-F9CA-444D-AAA5-D26FBDCB7CB2}" srcOrd="1" destOrd="0" presId="urn:microsoft.com/office/officeart/2017/3/layout/HorizontalPathTimeline"/>
    <dgm:cxn modelId="{2F1CB95E-B99A-4C4F-B5E8-3BDB6185C03C}" type="presParOf" srcId="{BEEFF802-F9CA-444D-AAA5-D26FBDCB7CB2}" destId="{117AD47B-7B03-2D4A-81B6-1F8FD82B88B7}" srcOrd="0" destOrd="0" presId="urn:microsoft.com/office/officeart/2017/3/layout/HorizontalPathTimeline"/>
    <dgm:cxn modelId="{5DBD3CE5-AF8E-A742-B786-03D9F7045D1A}" type="presParOf" srcId="{BEEFF802-F9CA-444D-AAA5-D26FBDCB7CB2}" destId="{109F250C-369D-7040-92B4-704887B2C7B7}" srcOrd="1" destOrd="0" presId="urn:microsoft.com/office/officeart/2017/3/layout/HorizontalPathTimeline"/>
    <dgm:cxn modelId="{63241A20-025D-E840-9875-BD7C2847511A}" type="presParOf" srcId="{D09F3BF1-1248-DD42-A8AA-FBFE6C2E5C36}" destId="{FD3695AA-B6D1-1C45-B5B9-B97C9B5331CB}" srcOrd="2" destOrd="0" presId="urn:microsoft.com/office/officeart/2017/3/layout/HorizontalPathTimeline"/>
    <dgm:cxn modelId="{3F4D3307-921B-4E4F-9BBD-51DCB73AFEAB}" type="presParOf" srcId="{D09F3BF1-1248-DD42-A8AA-FBFE6C2E5C36}" destId="{F3ED40CA-D09C-5744-857E-F7FE435F37C7}" srcOrd="3" destOrd="0" presId="urn:microsoft.com/office/officeart/2017/3/layout/HorizontalPathTimeline"/>
    <dgm:cxn modelId="{45A02B5B-9DD5-2D49-BBF0-E3827F145490}" type="presParOf" srcId="{D09F3BF1-1248-DD42-A8AA-FBFE6C2E5C36}" destId="{36B0E6D1-98DE-A547-9A04-EF6BDC6C5A05}" srcOrd="4" destOrd="0" presId="urn:microsoft.com/office/officeart/2017/3/layout/HorizontalPathTimeline"/>
    <dgm:cxn modelId="{BAA4B5D2-5A2B-604C-97E7-591F7375FF3A}" type="presParOf" srcId="{10C21FF6-2769-2445-969E-86D05CFD6058}" destId="{4816DC31-C9A3-5949-A459-06E4BBB3087F}" srcOrd="1" destOrd="0" presId="urn:microsoft.com/office/officeart/2017/3/layout/HorizontalPathTimeline"/>
    <dgm:cxn modelId="{29D7BB09-113D-694F-B9BD-2CF38198D9E0}" type="presParOf" srcId="{10C21FF6-2769-2445-969E-86D05CFD6058}" destId="{4B276C4F-F0AC-1D4D-8AE0-5B0C1C8F4FE8}" srcOrd="2" destOrd="0" presId="urn:microsoft.com/office/officeart/2017/3/layout/HorizontalPathTimeline"/>
    <dgm:cxn modelId="{968BB6C6-4F44-0347-96A2-A462914AA011}" type="presParOf" srcId="{4B276C4F-F0AC-1D4D-8AE0-5B0C1C8F4FE8}" destId="{8639FC0B-0231-9D40-8894-FB396721BB82}" srcOrd="0" destOrd="0" presId="urn:microsoft.com/office/officeart/2017/3/layout/HorizontalPathTimeline"/>
    <dgm:cxn modelId="{CA7B5185-A3A9-C643-BE7D-6C13F2EEAAA9}" type="presParOf" srcId="{4B276C4F-F0AC-1D4D-8AE0-5B0C1C8F4FE8}" destId="{27774ED0-22A0-F644-98B5-7856AB843637}" srcOrd="1" destOrd="0" presId="urn:microsoft.com/office/officeart/2017/3/layout/HorizontalPathTimeline"/>
    <dgm:cxn modelId="{CBD41436-B287-E248-B253-8C2ABC62C652}" type="presParOf" srcId="{27774ED0-22A0-F644-98B5-7856AB843637}" destId="{51B9146F-91B4-1A45-90C9-1A030AE15E41}" srcOrd="0" destOrd="0" presId="urn:microsoft.com/office/officeart/2017/3/layout/HorizontalPathTimeline"/>
    <dgm:cxn modelId="{ABDB24A1-AA01-914C-A0A0-FB23C643C916}" type="presParOf" srcId="{27774ED0-22A0-F644-98B5-7856AB843637}" destId="{027360E4-01AF-E344-92C9-5708A861D819}" srcOrd="1" destOrd="0" presId="urn:microsoft.com/office/officeart/2017/3/layout/HorizontalPathTimeline"/>
    <dgm:cxn modelId="{99DC7260-9C42-2047-A78E-F3468CA31A68}" type="presParOf" srcId="{4B276C4F-F0AC-1D4D-8AE0-5B0C1C8F4FE8}" destId="{730D16AA-C82E-2246-B01F-95C7BEDC25CD}" srcOrd="2" destOrd="0" presId="urn:microsoft.com/office/officeart/2017/3/layout/HorizontalPathTimeline"/>
    <dgm:cxn modelId="{02E907C4-079E-3748-822A-0EA0A45BC9BF}" type="presParOf" srcId="{4B276C4F-F0AC-1D4D-8AE0-5B0C1C8F4FE8}" destId="{F99B4349-211E-954C-AD21-A766B804DB37}" srcOrd="3" destOrd="0" presId="urn:microsoft.com/office/officeart/2017/3/layout/HorizontalPathTimeline"/>
    <dgm:cxn modelId="{FA61F734-6B4B-DF4F-9E71-3E7A281C3ACB}" type="presParOf" srcId="{4B276C4F-F0AC-1D4D-8AE0-5B0C1C8F4FE8}" destId="{54190D00-8397-8848-9649-3825FB903988}"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6D8550-E7C3-7E43-ADFD-1195128232AC}">
      <dsp:nvSpPr>
        <dsp:cNvPr id="0" name=""/>
        <dsp:cNvSpPr/>
      </dsp:nvSpPr>
      <dsp:spPr>
        <a:xfrm>
          <a:off x="0" y="2586"/>
          <a:ext cx="58269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70F0CF-8D52-DD48-B9A8-1FD8BE96DAEB}">
      <dsp:nvSpPr>
        <dsp:cNvPr id="0" name=""/>
        <dsp:cNvSpPr/>
      </dsp:nvSpPr>
      <dsp:spPr>
        <a:xfrm>
          <a:off x="0" y="2586"/>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b="1" kern="1200" dirty="0" err="1"/>
            <a:t>articolare</a:t>
          </a:r>
          <a:r>
            <a:rPr lang="en-GB" sz="1000" b="1" kern="1200" dirty="0"/>
            <a:t> e </a:t>
          </a:r>
          <a:r>
            <a:rPr lang="en-GB" sz="1000" b="1" kern="1200" dirty="0" err="1"/>
            <a:t>decodificare</a:t>
          </a:r>
          <a:r>
            <a:rPr lang="en-GB" sz="1000" b="1" kern="1200" dirty="0"/>
            <a:t> </a:t>
          </a:r>
          <a:r>
            <a:rPr lang="en-GB" sz="1000" b="1" kern="1200" dirty="0" err="1"/>
            <a:t>i</a:t>
          </a:r>
          <a:r>
            <a:rPr lang="en-GB" sz="1000" b="1" kern="1200" dirty="0"/>
            <a:t> </a:t>
          </a:r>
          <a:r>
            <a:rPr lang="en-GB" sz="1000" b="1" kern="1200" dirty="0" err="1"/>
            <a:t>suoni</a:t>
          </a:r>
          <a:r>
            <a:rPr lang="en-GB" sz="1000" b="1" kern="1200" dirty="0"/>
            <a:t> di </a:t>
          </a:r>
          <a:r>
            <a:rPr lang="en-GB" sz="1000" b="1" kern="1200" dirty="0" err="1"/>
            <a:t>una</a:t>
          </a:r>
          <a:r>
            <a:rPr lang="en-GB" sz="1000" b="1" kern="1200" dirty="0"/>
            <a:t> lingua:</a:t>
          </a:r>
          <a:endParaRPr lang="en-US" sz="1000" b="1" kern="1200" dirty="0"/>
        </a:p>
      </dsp:txBody>
      <dsp:txXfrm>
        <a:off x="0" y="2586"/>
        <a:ext cx="5826934" cy="441001"/>
      </dsp:txXfrm>
    </dsp:sp>
    <dsp:sp modelId="{BECB427A-C74C-D647-BDC1-800CDB4C3518}">
      <dsp:nvSpPr>
        <dsp:cNvPr id="0" name=""/>
        <dsp:cNvSpPr/>
      </dsp:nvSpPr>
      <dsp:spPr>
        <a:xfrm>
          <a:off x="0" y="443588"/>
          <a:ext cx="5826934" cy="0"/>
        </a:xfrm>
        <a:prstGeom prst="line">
          <a:avLst/>
        </a:prstGeom>
        <a:solidFill>
          <a:schemeClr val="accent2">
            <a:hueOff val="189473"/>
            <a:satOff val="578"/>
            <a:lumOff val="-410"/>
            <a:alphaOff val="0"/>
          </a:schemeClr>
        </a:solidFill>
        <a:ln w="12700" cap="flat" cmpd="sng" algn="ctr">
          <a:solidFill>
            <a:schemeClr val="accent2">
              <a:hueOff val="189473"/>
              <a:satOff val="578"/>
              <a:lumOff val="-41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E08EDD-7258-A046-8E5D-CC48417C80FD}">
      <dsp:nvSpPr>
        <dsp:cNvPr id="0" name=""/>
        <dsp:cNvSpPr/>
      </dsp:nvSpPr>
      <dsp:spPr>
        <a:xfrm>
          <a:off x="0" y="443588"/>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 	</a:t>
          </a:r>
          <a:r>
            <a:rPr lang="en-GB" sz="1000" kern="1200" dirty="0" err="1"/>
            <a:t>fonetica</a:t>
          </a:r>
          <a:r>
            <a:rPr lang="en-GB" sz="1000" kern="1200" dirty="0"/>
            <a:t> </a:t>
          </a:r>
          <a:r>
            <a:rPr lang="en-GB" sz="1000" kern="1200" dirty="0" err="1"/>
            <a:t>articolatoria</a:t>
          </a:r>
          <a:r>
            <a:rPr lang="en-GB" sz="1000" kern="1200" dirty="0"/>
            <a:t> e </a:t>
          </a:r>
          <a:r>
            <a:rPr lang="en-GB" sz="1000" kern="1200" dirty="0" err="1"/>
            <a:t>acustica</a:t>
          </a:r>
          <a:r>
            <a:rPr lang="en-GB" sz="1000" kern="1200" dirty="0"/>
            <a:t>, </a:t>
          </a:r>
          <a:r>
            <a:rPr lang="en-GB" sz="1000" kern="1200" dirty="0" err="1"/>
            <a:t>fonologia</a:t>
          </a:r>
          <a:r>
            <a:rPr lang="en-GB" sz="1000" kern="1200" dirty="0"/>
            <a:t>, </a:t>
          </a:r>
          <a:r>
            <a:rPr lang="en-GB" sz="1000" kern="1200" dirty="0" err="1"/>
            <a:t>prosodia</a:t>
          </a:r>
          <a:r>
            <a:rPr lang="en-GB" sz="1000" kern="1200" dirty="0"/>
            <a:t>, </a:t>
          </a:r>
          <a:r>
            <a:rPr lang="en-GB" sz="1000" kern="1200" dirty="0" err="1"/>
            <a:t>ecc</a:t>
          </a:r>
          <a:r>
            <a:rPr lang="en-GB" sz="1000" kern="1200" dirty="0"/>
            <a:t>.</a:t>
          </a:r>
          <a:endParaRPr lang="en-US" sz="1000" kern="1200" dirty="0"/>
        </a:p>
      </dsp:txBody>
      <dsp:txXfrm>
        <a:off x="0" y="443588"/>
        <a:ext cx="5826934" cy="441001"/>
      </dsp:txXfrm>
    </dsp:sp>
    <dsp:sp modelId="{353D3463-D689-DE46-A9E9-89CA62B9A0B7}">
      <dsp:nvSpPr>
        <dsp:cNvPr id="0" name=""/>
        <dsp:cNvSpPr/>
      </dsp:nvSpPr>
      <dsp:spPr>
        <a:xfrm>
          <a:off x="0" y="884589"/>
          <a:ext cx="5826934" cy="0"/>
        </a:xfrm>
        <a:prstGeom prst="line">
          <a:avLst/>
        </a:prstGeom>
        <a:solidFill>
          <a:schemeClr val="accent2">
            <a:hueOff val="378946"/>
            <a:satOff val="1155"/>
            <a:lumOff val="-820"/>
            <a:alphaOff val="0"/>
          </a:schemeClr>
        </a:solidFill>
        <a:ln w="12700" cap="flat" cmpd="sng" algn="ctr">
          <a:solidFill>
            <a:schemeClr val="accent2">
              <a:hueOff val="378946"/>
              <a:satOff val="1155"/>
              <a:lumOff val="-82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A42C2C-8827-3B42-A7D6-5D99D273616D}">
      <dsp:nvSpPr>
        <dsp:cNvPr id="0" name=""/>
        <dsp:cNvSpPr/>
      </dsp:nvSpPr>
      <dsp:spPr>
        <a:xfrm>
          <a:off x="0" y="884589"/>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b="1" kern="1200" dirty="0" err="1"/>
            <a:t>conoscere</a:t>
          </a:r>
          <a:r>
            <a:rPr lang="en-GB" sz="1000" b="1" kern="1200" dirty="0"/>
            <a:t> le parole di </a:t>
          </a:r>
          <a:r>
            <a:rPr lang="en-GB" sz="1000" b="1" kern="1200" dirty="0" err="1"/>
            <a:t>una</a:t>
          </a:r>
          <a:r>
            <a:rPr lang="en-GB" sz="1000" b="1" kern="1200" dirty="0"/>
            <a:t> lingua, la loro </a:t>
          </a:r>
          <a:r>
            <a:rPr lang="en-GB" sz="1000" b="1" kern="1200" dirty="0" err="1"/>
            <a:t>struttura</a:t>
          </a:r>
          <a:r>
            <a:rPr lang="en-GB" sz="1000" b="1" kern="1200" dirty="0"/>
            <a:t> e la loro </a:t>
          </a:r>
          <a:r>
            <a:rPr lang="en-GB" sz="1000" b="1" kern="1200" dirty="0" err="1"/>
            <a:t>organizzazione</a:t>
          </a:r>
          <a:endParaRPr lang="en-US" sz="1000" b="1" kern="1200" dirty="0"/>
        </a:p>
      </dsp:txBody>
      <dsp:txXfrm>
        <a:off x="0" y="884589"/>
        <a:ext cx="5826934" cy="441001"/>
      </dsp:txXfrm>
    </dsp:sp>
    <dsp:sp modelId="{84AF631B-7017-054D-9D8A-B7D874FA5C02}">
      <dsp:nvSpPr>
        <dsp:cNvPr id="0" name=""/>
        <dsp:cNvSpPr/>
      </dsp:nvSpPr>
      <dsp:spPr>
        <a:xfrm>
          <a:off x="0" y="1325591"/>
          <a:ext cx="5826934" cy="0"/>
        </a:xfrm>
        <a:prstGeom prst="line">
          <a:avLst/>
        </a:prstGeom>
        <a:solidFill>
          <a:schemeClr val="accent2">
            <a:hueOff val="568419"/>
            <a:satOff val="1733"/>
            <a:lumOff val="-1230"/>
            <a:alphaOff val="0"/>
          </a:schemeClr>
        </a:solidFill>
        <a:ln w="12700" cap="flat" cmpd="sng" algn="ctr">
          <a:solidFill>
            <a:schemeClr val="accent2">
              <a:hueOff val="568419"/>
              <a:satOff val="1733"/>
              <a:lumOff val="-12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9C3D69-F634-754D-9A1B-B2C23042DBCA}">
      <dsp:nvSpPr>
        <dsp:cNvPr id="0" name=""/>
        <dsp:cNvSpPr/>
      </dsp:nvSpPr>
      <dsp:spPr>
        <a:xfrm>
          <a:off x="0" y="1325591"/>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	</a:t>
          </a:r>
          <a:r>
            <a:rPr lang="en-GB" sz="1000" kern="1200" dirty="0" err="1"/>
            <a:t>lessico</a:t>
          </a:r>
          <a:r>
            <a:rPr lang="en-GB" sz="1000" kern="1200" dirty="0"/>
            <a:t> e </a:t>
          </a:r>
          <a:r>
            <a:rPr lang="en-GB" sz="1000" kern="1200" dirty="0" err="1"/>
            <a:t>morfologia</a:t>
          </a:r>
          <a:endParaRPr lang="en-US" sz="1000" kern="1200" dirty="0"/>
        </a:p>
      </dsp:txBody>
      <dsp:txXfrm>
        <a:off x="0" y="1325591"/>
        <a:ext cx="5826934" cy="441001"/>
      </dsp:txXfrm>
    </dsp:sp>
    <dsp:sp modelId="{99A93E01-F686-0B4E-9093-D6C9B81C0744}">
      <dsp:nvSpPr>
        <dsp:cNvPr id="0" name=""/>
        <dsp:cNvSpPr/>
      </dsp:nvSpPr>
      <dsp:spPr>
        <a:xfrm>
          <a:off x="0" y="1766592"/>
          <a:ext cx="5826934" cy="0"/>
        </a:xfrm>
        <a:prstGeom prst="line">
          <a:avLst/>
        </a:prstGeom>
        <a:solidFill>
          <a:schemeClr val="accent2">
            <a:hueOff val="757892"/>
            <a:satOff val="2311"/>
            <a:lumOff val="-1640"/>
            <a:alphaOff val="0"/>
          </a:schemeClr>
        </a:solidFill>
        <a:ln w="12700" cap="flat" cmpd="sng" algn="ctr">
          <a:solidFill>
            <a:schemeClr val="accent2">
              <a:hueOff val="757892"/>
              <a:satOff val="2311"/>
              <a:lumOff val="-164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7FD8DB-7C13-734B-9411-203ECFAEA932}">
      <dsp:nvSpPr>
        <dsp:cNvPr id="0" name=""/>
        <dsp:cNvSpPr/>
      </dsp:nvSpPr>
      <dsp:spPr>
        <a:xfrm>
          <a:off x="0" y="1766592"/>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b="1" kern="1200" dirty="0" err="1"/>
            <a:t>comporre</a:t>
          </a:r>
          <a:r>
            <a:rPr lang="en-GB" sz="1000" b="1" kern="1200" dirty="0"/>
            <a:t> le parole in </a:t>
          </a:r>
          <a:r>
            <a:rPr lang="en-GB" sz="1000" b="1" kern="1200" dirty="0" err="1"/>
            <a:t>espressioni</a:t>
          </a:r>
          <a:r>
            <a:rPr lang="en-GB" sz="1000" b="1" kern="1200" dirty="0"/>
            <a:t> </a:t>
          </a:r>
          <a:r>
            <a:rPr lang="en-GB" sz="1000" b="1" kern="1200" dirty="0" err="1"/>
            <a:t>linguistiche</a:t>
          </a:r>
          <a:r>
            <a:rPr lang="en-GB" sz="1000" b="1" kern="1200" dirty="0"/>
            <a:t> </a:t>
          </a:r>
          <a:r>
            <a:rPr lang="en-GB" sz="1000" b="1" kern="1200" dirty="0" err="1"/>
            <a:t>complesse</a:t>
          </a:r>
          <a:r>
            <a:rPr lang="en-GB" sz="1000" b="1" kern="1200" dirty="0"/>
            <a:t> (</a:t>
          </a:r>
          <a:r>
            <a:rPr lang="en-GB" sz="1000" b="1" kern="1200" dirty="0" err="1"/>
            <a:t>sintagmi</a:t>
          </a:r>
          <a:r>
            <a:rPr lang="en-GB" sz="1000" b="1" kern="1200" dirty="0"/>
            <a:t>, </a:t>
          </a:r>
          <a:r>
            <a:rPr lang="en-GB" sz="1000" b="1" kern="1200" dirty="0" err="1"/>
            <a:t>frasi</a:t>
          </a:r>
          <a:r>
            <a:rPr lang="en-GB" sz="1000" b="1" kern="1200" dirty="0"/>
            <a:t>, </a:t>
          </a:r>
          <a:r>
            <a:rPr lang="en-GB" sz="1000" b="1" kern="1200" dirty="0" err="1"/>
            <a:t>ecc</a:t>
          </a:r>
          <a:r>
            <a:rPr lang="en-GB" sz="1000" b="1" kern="1200" dirty="0"/>
            <a:t>.)</a:t>
          </a:r>
          <a:endParaRPr lang="en-US" sz="1000" b="1" kern="1200" dirty="0"/>
        </a:p>
      </dsp:txBody>
      <dsp:txXfrm>
        <a:off x="0" y="1766592"/>
        <a:ext cx="5826934" cy="441001"/>
      </dsp:txXfrm>
    </dsp:sp>
    <dsp:sp modelId="{7366A5E9-1DB7-214C-8628-9EF0568A88C5}">
      <dsp:nvSpPr>
        <dsp:cNvPr id="0" name=""/>
        <dsp:cNvSpPr/>
      </dsp:nvSpPr>
      <dsp:spPr>
        <a:xfrm>
          <a:off x="0" y="2207594"/>
          <a:ext cx="5826934" cy="0"/>
        </a:xfrm>
        <a:prstGeom prst="line">
          <a:avLst/>
        </a:prstGeom>
        <a:solidFill>
          <a:schemeClr val="accent2">
            <a:hueOff val="947365"/>
            <a:satOff val="2889"/>
            <a:lumOff val="-2050"/>
            <a:alphaOff val="0"/>
          </a:schemeClr>
        </a:solidFill>
        <a:ln w="12700" cap="flat" cmpd="sng" algn="ctr">
          <a:solidFill>
            <a:schemeClr val="accent2">
              <a:hueOff val="947365"/>
              <a:satOff val="2889"/>
              <a:lumOff val="-205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1E1031-A1C2-6A40-B096-173418AFF145}">
      <dsp:nvSpPr>
        <dsp:cNvPr id="0" name=""/>
        <dsp:cNvSpPr/>
      </dsp:nvSpPr>
      <dsp:spPr>
        <a:xfrm>
          <a:off x="0" y="2207594"/>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	</a:t>
          </a:r>
          <a:r>
            <a:rPr lang="en-GB" sz="1000" kern="1200" dirty="0" err="1"/>
            <a:t>sintassi</a:t>
          </a:r>
          <a:endParaRPr lang="en-US" sz="1000" kern="1200" dirty="0"/>
        </a:p>
      </dsp:txBody>
      <dsp:txXfrm>
        <a:off x="0" y="2207594"/>
        <a:ext cx="5826934" cy="441001"/>
      </dsp:txXfrm>
    </dsp:sp>
    <dsp:sp modelId="{1D389133-D2EB-234E-A7CC-9F59BC1FE4C5}">
      <dsp:nvSpPr>
        <dsp:cNvPr id="0" name=""/>
        <dsp:cNvSpPr/>
      </dsp:nvSpPr>
      <dsp:spPr>
        <a:xfrm>
          <a:off x="0" y="2648595"/>
          <a:ext cx="5826934" cy="0"/>
        </a:xfrm>
        <a:prstGeom prst="line">
          <a:avLst/>
        </a:prstGeom>
        <a:solidFill>
          <a:schemeClr val="accent2">
            <a:hueOff val="1136838"/>
            <a:satOff val="3466"/>
            <a:lumOff val="-2461"/>
            <a:alphaOff val="0"/>
          </a:schemeClr>
        </a:solidFill>
        <a:ln w="12700" cap="flat" cmpd="sng" algn="ctr">
          <a:solidFill>
            <a:schemeClr val="accent2">
              <a:hueOff val="1136838"/>
              <a:satOff val="3466"/>
              <a:lumOff val="-24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B67A85-B3FC-F849-8794-BA195D3D314F}">
      <dsp:nvSpPr>
        <dsp:cNvPr id="0" name=""/>
        <dsp:cNvSpPr/>
      </dsp:nvSpPr>
      <dsp:spPr>
        <a:xfrm>
          <a:off x="0" y="2648596"/>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b="1" kern="1200" dirty="0" err="1"/>
            <a:t>assegnare</a:t>
          </a:r>
          <a:r>
            <a:rPr lang="en-GB" sz="1000" b="1" kern="1200" dirty="0"/>
            <a:t> </a:t>
          </a:r>
          <a:r>
            <a:rPr lang="en-GB" sz="1000" b="1" kern="1200" dirty="0" err="1"/>
            <a:t>significati</a:t>
          </a:r>
          <a:r>
            <a:rPr lang="en-GB" sz="1000" b="1" kern="1200" dirty="0"/>
            <a:t> alle </a:t>
          </a:r>
          <a:r>
            <a:rPr lang="en-GB" sz="1000" b="1" kern="1200" dirty="0" err="1"/>
            <a:t>espressioni</a:t>
          </a:r>
          <a:r>
            <a:rPr lang="en-GB" sz="1000" b="1" kern="1200" dirty="0"/>
            <a:t> </a:t>
          </a:r>
          <a:r>
            <a:rPr lang="en-GB" sz="1000" b="1" kern="1200" dirty="0" err="1"/>
            <a:t>linguistiche</a:t>
          </a:r>
          <a:r>
            <a:rPr lang="en-GB" sz="1000" b="1" kern="1200" dirty="0"/>
            <a:t> </a:t>
          </a:r>
          <a:r>
            <a:rPr lang="en-GB" sz="1000" b="1" kern="1200" dirty="0" err="1"/>
            <a:t>semplici</a:t>
          </a:r>
          <a:r>
            <a:rPr lang="en-GB" sz="1000" b="1" kern="1200" dirty="0"/>
            <a:t> e </a:t>
          </a:r>
          <a:r>
            <a:rPr lang="en-GB" sz="1000" b="1" kern="1200" dirty="0" err="1"/>
            <a:t>complesse</a:t>
          </a:r>
          <a:r>
            <a:rPr lang="en-GB" sz="1000" b="1" kern="1200" dirty="0"/>
            <a:t>:</a:t>
          </a:r>
          <a:endParaRPr lang="en-US" sz="1000" b="1" kern="1200" dirty="0"/>
        </a:p>
      </dsp:txBody>
      <dsp:txXfrm>
        <a:off x="0" y="2648596"/>
        <a:ext cx="5826934" cy="441001"/>
      </dsp:txXfrm>
    </dsp:sp>
    <dsp:sp modelId="{377887BE-5340-EB41-8746-9E07645A26D2}">
      <dsp:nvSpPr>
        <dsp:cNvPr id="0" name=""/>
        <dsp:cNvSpPr/>
      </dsp:nvSpPr>
      <dsp:spPr>
        <a:xfrm>
          <a:off x="0" y="3089597"/>
          <a:ext cx="5826934" cy="0"/>
        </a:xfrm>
        <a:prstGeom prst="line">
          <a:avLst/>
        </a:prstGeom>
        <a:solidFill>
          <a:schemeClr val="accent2">
            <a:hueOff val="1326311"/>
            <a:satOff val="4044"/>
            <a:lumOff val="-2871"/>
            <a:alphaOff val="0"/>
          </a:schemeClr>
        </a:solidFill>
        <a:ln w="12700" cap="flat" cmpd="sng" algn="ctr">
          <a:solidFill>
            <a:schemeClr val="accent2">
              <a:hueOff val="1326311"/>
              <a:satOff val="4044"/>
              <a:lumOff val="-28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BFE73D-3D74-7745-B372-4A750D1DB6FA}">
      <dsp:nvSpPr>
        <dsp:cNvPr id="0" name=""/>
        <dsp:cNvSpPr/>
      </dsp:nvSpPr>
      <dsp:spPr>
        <a:xfrm>
          <a:off x="0" y="3089597"/>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	</a:t>
          </a:r>
          <a:r>
            <a:rPr lang="en-GB" sz="1000" kern="1200" dirty="0" err="1"/>
            <a:t>Semantica</a:t>
          </a:r>
          <a:r>
            <a:rPr lang="en-GB" sz="1000" kern="1200" dirty="0"/>
            <a:t> (</a:t>
          </a:r>
          <a:r>
            <a:rPr lang="en-GB" sz="1000" kern="1200" dirty="0" err="1"/>
            <a:t>lessicale</a:t>
          </a:r>
          <a:r>
            <a:rPr lang="en-GB" sz="1000" kern="1200" dirty="0"/>
            <a:t>, </a:t>
          </a:r>
          <a:r>
            <a:rPr lang="en-GB" sz="1000" kern="1200" dirty="0" err="1"/>
            <a:t>composizionale</a:t>
          </a:r>
          <a:r>
            <a:rPr lang="en-GB" sz="1000" kern="1200" dirty="0"/>
            <a:t>)</a:t>
          </a:r>
          <a:endParaRPr lang="en-US" sz="1000" kern="1200" dirty="0"/>
        </a:p>
      </dsp:txBody>
      <dsp:txXfrm>
        <a:off x="0" y="3089597"/>
        <a:ext cx="5826934" cy="441001"/>
      </dsp:txXfrm>
    </dsp:sp>
    <dsp:sp modelId="{FC917102-BA44-C84F-8311-75D8C5EB7778}">
      <dsp:nvSpPr>
        <dsp:cNvPr id="0" name=""/>
        <dsp:cNvSpPr/>
      </dsp:nvSpPr>
      <dsp:spPr>
        <a:xfrm>
          <a:off x="0" y="3530599"/>
          <a:ext cx="5826934" cy="0"/>
        </a:xfrm>
        <a:prstGeom prst="line">
          <a:avLst/>
        </a:prstGeom>
        <a:solidFill>
          <a:schemeClr val="accent2">
            <a:hueOff val="1515784"/>
            <a:satOff val="4622"/>
            <a:lumOff val="-3281"/>
            <a:alphaOff val="0"/>
          </a:schemeClr>
        </a:solidFill>
        <a:ln w="12700" cap="flat" cmpd="sng" algn="ctr">
          <a:solidFill>
            <a:schemeClr val="accent2">
              <a:hueOff val="1515784"/>
              <a:satOff val="4622"/>
              <a:lumOff val="-32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C7A4D6-13A8-BB4E-B73F-18914246413A}">
      <dsp:nvSpPr>
        <dsp:cNvPr id="0" name=""/>
        <dsp:cNvSpPr/>
      </dsp:nvSpPr>
      <dsp:spPr>
        <a:xfrm>
          <a:off x="0" y="3530599"/>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	«</a:t>
          </a:r>
          <a:r>
            <a:rPr lang="en-GB" sz="1000" kern="1200" dirty="0" err="1"/>
            <a:t>ho</a:t>
          </a:r>
          <a:r>
            <a:rPr lang="en-GB" sz="1000" kern="1200" dirty="0"/>
            <a:t> </a:t>
          </a:r>
          <a:r>
            <a:rPr lang="en-GB" sz="1000" kern="1200" dirty="0" err="1"/>
            <a:t>aperto</a:t>
          </a:r>
          <a:r>
            <a:rPr lang="en-GB" sz="1000" kern="1200" dirty="0"/>
            <a:t> il </a:t>
          </a:r>
          <a:r>
            <a:rPr lang="en-GB" sz="1000" kern="1200" dirty="0" err="1"/>
            <a:t>sacco</a:t>
          </a:r>
          <a:r>
            <a:rPr lang="en-GB" sz="1000" kern="1200" dirty="0"/>
            <a:t>» vs «</a:t>
          </a:r>
          <a:r>
            <a:rPr lang="en-GB" sz="1000" kern="1200" dirty="0" err="1"/>
            <a:t>ho</a:t>
          </a:r>
          <a:r>
            <a:rPr lang="en-GB" sz="1000" kern="1200" dirty="0"/>
            <a:t> </a:t>
          </a:r>
          <a:r>
            <a:rPr lang="en-GB" sz="1000" kern="1200" dirty="0" err="1"/>
            <a:t>speso</a:t>
          </a:r>
          <a:r>
            <a:rPr lang="en-GB" sz="1000" kern="1200" dirty="0"/>
            <a:t> un </a:t>
          </a:r>
          <a:r>
            <a:rPr lang="en-GB" sz="1000" kern="1200" dirty="0" err="1"/>
            <a:t>sacco</a:t>
          </a:r>
          <a:r>
            <a:rPr lang="en-GB" sz="1000" kern="1200" dirty="0"/>
            <a:t>» vs «</a:t>
          </a:r>
          <a:r>
            <a:rPr lang="en-GB" sz="1000" kern="1200" dirty="0" err="1"/>
            <a:t>vuotare</a:t>
          </a:r>
          <a:r>
            <a:rPr lang="en-GB" sz="1000" kern="1200" dirty="0"/>
            <a:t> il </a:t>
          </a:r>
          <a:r>
            <a:rPr lang="en-GB" sz="1000" kern="1200" dirty="0" err="1"/>
            <a:t>sacco</a:t>
          </a:r>
          <a:r>
            <a:rPr lang="en-GB" sz="1000" kern="1200" dirty="0"/>
            <a:t>»</a:t>
          </a:r>
          <a:endParaRPr lang="en-US" sz="1000" kern="1200" dirty="0"/>
        </a:p>
      </dsp:txBody>
      <dsp:txXfrm>
        <a:off x="0" y="3530599"/>
        <a:ext cx="5826934" cy="441001"/>
      </dsp:txXfrm>
    </dsp:sp>
    <dsp:sp modelId="{5E16E12F-F39A-8543-83E2-2EFEAC19F410}">
      <dsp:nvSpPr>
        <dsp:cNvPr id="0" name=""/>
        <dsp:cNvSpPr/>
      </dsp:nvSpPr>
      <dsp:spPr>
        <a:xfrm>
          <a:off x="0" y="3971600"/>
          <a:ext cx="5826934" cy="0"/>
        </a:xfrm>
        <a:prstGeom prst="line">
          <a:avLst/>
        </a:prstGeom>
        <a:solidFill>
          <a:schemeClr val="accent2">
            <a:hueOff val="1705257"/>
            <a:satOff val="5200"/>
            <a:lumOff val="-3691"/>
            <a:alphaOff val="0"/>
          </a:schemeClr>
        </a:solidFill>
        <a:ln w="12700" cap="flat" cmpd="sng" algn="ctr">
          <a:solidFill>
            <a:schemeClr val="accent2">
              <a:hueOff val="1705257"/>
              <a:satOff val="5200"/>
              <a:lumOff val="-369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A81793-DA0E-314B-8E49-89C9A30A4402}">
      <dsp:nvSpPr>
        <dsp:cNvPr id="0" name=""/>
        <dsp:cNvSpPr/>
      </dsp:nvSpPr>
      <dsp:spPr>
        <a:xfrm>
          <a:off x="0" y="3971600"/>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b="1" kern="1200" dirty="0" err="1"/>
            <a:t>usare</a:t>
          </a:r>
          <a:r>
            <a:rPr lang="en-GB" sz="1000" b="1" kern="1200" dirty="0"/>
            <a:t> le </a:t>
          </a:r>
          <a:r>
            <a:rPr lang="en-GB" sz="1000" b="1" kern="1200" dirty="0" err="1"/>
            <a:t>frasi</a:t>
          </a:r>
          <a:r>
            <a:rPr lang="en-GB" sz="1000" b="1" kern="1200" dirty="0"/>
            <a:t> </a:t>
          </a:r>
          <a:r>
            <a:rPr lang="en-GB" sz="1000" b="1" kern="1200" dirty="0" err="1"/>
            <a:t>nei</a:t>
          </a:r>
          <a:r>
            <a:rPr lang="en-GB" sz="1000" b="1" kern="1200" dirty="0"/>
            <a:t> </a:t>
          </a:r>
          <a:r>
            <a:rPr lang="en-GB" sz="1000" b="1" kern="1200" dirty="0" err="1"/>
            <a:t>contesti</a:t>
          </a:r>
          <a:r>
            <a:rPr lang="en-GB" sz="1000" b="1" kern="1200" dirty="0"/>
            <a:t>, </a:t>
          </a:r>
          <a:r>
            <a:rPr lang="en-GB" sz="1000" b="1" kern="1200" dirty="0" err="1"/>
            <a:t>situazioni</a:t>
          </a:r>
          <a:r>
            <a:rPr lang="en-GB" sz="1000" b="1" kern="1200" dirty="0"/>
            <a:t> e </a:t>
          </a:r>
          <a:r>
            <a:rPr lang="en-GB" sz="1000" b="1" kern="1200" dirty="0" err="1"/>
            <a:t>modi</a:t>
          </a:r>
          <a:r>
            <a:rPr lang="en-GB" sz="1000" b="1" kern="1200" dirty="0"/>
            <a:t> </a:t>
          </a:r>
          <a:r>
            <a:rPr lang="en-GB" sz="1000" b="1" kern="1200" dirty="0" err="1"/>
            <a:t>appropriati</a:t>
          </a:r>
          <a:r>
            <a:rPr lang="en-GB" sz="1000" b="1" kern="1200" dirty="0"/>
            <a:t> </a:t>
          </a:r>
          <a:r>
            <a:rPr lang="en-GB" sz="1000" b="1" kern="1200" dirty="0" err="1"/>
            <a:t>agli</a:t>
          </a:r>
          <a:r>
            <a:rPr lang="en-GB" sz="1000" b="1" kern="1200" dirty="0"/>
            <a:t> </a:t>
          </a:r>
          <a:r>
            <a:rPr lang="en-GB" sz="1000" b="1" kern="1200" dirty="0" err="1"/>
            <a:t>scopi</a:t>
          </a:r>
          <a:r>
            <a:rPr lang="en-GB" sz="1000" b="1" kern="1200" dirty="0"/>
            <a:t> </a:t>
          </a:r>
          <a:r>
            <a:rPr lang="en-GB" sz="1000" b="1" kern="1200" dirty="0" err="1"/>
            <a:t>comunicativi</a:t>
          </a:r>
          <a:r>
            <a:rPr lang="en-GB" sz="1000" b="1" kern="1200" dirty="0"/>
            <a:t> (</a:t>
          </a:r>
          <a:r>
            <a:rPr lang="en-GB" sz="1000" b="1" kern="1200" dirty="0" err="1"/>
            <a:t>funzione</a:t>
          </a:r>
          <a:r>
            <a:rPr lang="en-GB" sz="1000" b="1" kern="1200" dirty="0"/>
            <a:t> </a:t>
          </a:r>
          <a:r>
            <a:rPr lang="en-GB" sz="1000" b="1" kern="1200" dirty="0" err="1"/>
            <a:t>comunicativa</a:t>
          </a:r>
          <a:r>
            <a:rPr lang="en-GB" sz="1000" b="1" kern="1200" dirty="0"/>
            <a:t>), </a:t>
          </a:r>
          <a:r>
            <a:rPr lang="en-GB" sz="1000" b="1" kern="1200" dirty="0" err="1"/>
            <a:t>relazioni</a:t>
          </a:r>
          <a:r>
            <a:rPr lang="en-GB" sz="1000" b="1" kern="1200" dirty="0"/>
            <a:t> </a:t>
          </a:r>
          <a:r>
            <a:rPr lang="en-GB" sz="1000" b="1" kern="1200" dirty="0" err="1"/>
            <a:t>tra</a:t>
          </a:r>
          <a:r>
            <a:rPr lang="en-GB" sz="1000" b="1" kern="1200" dirty="0"/>
            <a:t> </a:t>
          </a:r>
          <a:r>
            <a:rPr lang="en-GB" sz="1000" b="1" kern="1200" dirty="0" err="1"/>
            <a:t>strutture</a:t>
          </a:r>
          <a:r>
            <a:rPr lang="en-GB" sz="1000" b="1" kern="1200" dirty="0"/>
            <a:t> </a:t>
          </a:r>
          <a:r>
            <a:rPr lang="en-GB" sz="1000" b="1" kern="1200" dirty="0" err="1"/>
            <a:t>linguistiche</a:t>
          </a:r>
          <a:r>
            <a:rPr lang="en-GB" sz="1000" b="1" kern="1200" dirty="0"/>
            <a:t> </a:t>
          </a:r>
          <a:r>
            <a:rPr lang="en-GB" sz="1000" b="1" kern="1200" dirty="0" err="1"/>
            <a:t>anche</a:t>
          </a:r>
          <a:r>
            <a:rPr lang="en-GB" sz="1000" b="1" kern="1200" dirty="0"/>
            <a:t> al di sopra </a:t>
          </a:r>
          <a:r>
            <a:rPr lang="en-GB" sz="1000" b="1" kern="1200" dirty="0" err="1"/>
            <a:t>della</a:t>
          </a:r>
          <a:r>
            <a:rPr lang="en-GB" sz="1000" b="1" kern="1200" dirty="0"/>
            <a:t> </a:t>
          </a:r>
          <a:r>
            <a:rPr lang="en-GB" sz="1000" b="1" kern="1200" dirty="0" err="1"/>
            <a:t>frase</a:t>
          </a:r>
          <a:r>
            <a:rPr lang="en-GB" sz="1000" b="1" kern="1200" dirty="0"/>
            <a:t>)</a:t>
          </a:r>
          <a:endParaRPr lang="en-US" sz="1000" b="1" kern="1200" dirty="0"/>
        </a:p>
      </dsp:txBody>
      <dsp:txXfrm>
        <a:off x="0" y="3971600"/>
        <a:ext cx="5826934" cy="441001"/>
      </dsp:txXfrm>
    </dsp:sp>
    <dsp:sp modelId="{C08E9B08-E377-C34F-BFB7-834F6B0BD9F2}">
      <dsp:nvSpPr>
        <dsp:cNvPr id="0" name=""/>
        <dsp:cNvSpPr/>
      </dsp:nvSpPr>
      <dsp:spPr>
        <a:xfrm>
          <a:off x="0" y="4412602"/>
          <a:ext cx="5826934" cy="0"/>
        </a:xfrm>
        <a:prstGeom prst="line">
          <a:avLst/>
        </a:prstGeom>
        <a:solidFill>
          <a:schemeClr val="accent2">
            <a:hueOff val="1894730"/>
            <a:satOff val="5777"/>
            <a:lumOff val="-4101"/>
            <a:alphaOff val="0"/>
          </a:schemeClr>
        </a:solidFill>
        <a:ln w="12700" cap="flat" cmpd="sng" algn="ctr">
          <a:solidFill>
            <a:schemeClr val="accent2">
              <a:hueOff val="1894730"/>
              <a:satOff val="5777"/>
              <a:lumOff val="-41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D10A4A-4316-9D4B-B2F7-5623437CE2E9}">
      <dsp:nvSpPr>
        <dsp:cNvPr id="0" name=""/>
        <dsp:cNvSpPr/>
      </dsp:nvSpPr>
      <dsp:spPr>
        <a:xfrm>
          <a:off x="0" y="4412602"/>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	</a:t>
          </a:r>
          <a:r>
            <a:rPr lang="en-GB" sz="1000" kern="1200" dirty="0" err="1"/>
            <a:t>Pragmatica</a:t>
          </a:r>
          <a:endParaRPr lang="en-US" sz="1000" kern="1200" dirty="0"/>
        </a:p>
      </dsp:txBody>
      <dsp:txXfrm>
        <a:off x="0" y="4412602"/>
        <a:ext cx="5826934" cy="441001"/>
      </dsp:txXfrm>
    </dsp:sp>
    <dsp:sp modelId="{642FB40B-B71E-B341-917E-334C68473113}">
      <dsp:nvSpPr>
        <dsp:cNvPr id="0" name=""/>
        <dsp:cNvSpPr/>
      </dsp:nvSpPr>
      <dsp:spPr>
        <a:xfrm>
          <a:off x="0" y="4853603"/>
          <a:ext cx="5826934" cy="0"/>
        </a:xfrm>
        <a:prstGeom prst="line">
          <a:avLst/>
        </a:prstGeom>
        <a:solidFill>
          <a:schemeClr val="accent2">
            <a:hueOff val="2084203"/>
            <a:satOff val="6355"/>
            <a:lumOff val="-4511"/>
            <a:alphaOff val="0"/>
          </a:schemeClr>
        </a:solidFill>
        <a:ln w="12700" cap="flat" cmpd="sng" algn="ctr">
          <a:solidFill>
            <a:schemeClr val="accent2">
              <a:hueOff val="2084203"/>
              <a:satOff val="6355"/>
              <a:lumOff val="-451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C04C97-025C-9A45-940E-5F647501101E}">
      <dsp:nvSpPr>
        <dsp:cNvPr id="0" name=""/>
        <dsp:cNvSpPr/>
      </dsp:nvSpPr>
      <dsp:spPr>
        <a:xfrm>
          <a:off x="0" y="4853603"/>
          <a:ext cx="5826934" cy="44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GB" sz="1000" kern="1200" dirty="0"/>
            <a:t>	«</a:t>
          </a:r>
          <a:r>
            <a:rPr lang="en-GB" sz="1000" kern="1200" dirty="0" err="1"/>
            <a:t>vuoi</a:t>
          </a:r>
          <a:r>
            <a:rPr lang="en-GB" sz="1000" kern="1200" dirty="0"/>
            <a:t> </a:t>
          </a:r>
          <a:r>
            <a:rPr lang="en-GB" sz="1000" kern="1200" dirty="0" err="1"/>
            <a:t>una</a:t>
          </a:r>
          <a:r>
            <a:rPr lang="en-GB" sz="1000" kern="1200" dirty="0"/>
            <a:t> </a:t>
          </a:r>
          <a:r>
            <a:rPr lang="en-GB" sz="1000" kern="1200" dirty="0" err="1"/>
            <a:t>sigaretta</a:t>
          </a:r>
          <a:r>
            <a:rPr lang="en-GB" sz="1000" kern="1200" dirty="0"/>
            <a:t>?» «</a:t>
          </a:r>
          <a:r>
            <a:rPr lang="en-GB" sz="1000" kern="1200" dirty="0" err="1"/>
            <a:t>ho</a:t>
          </a:r>
          <a:r>
            <a:rPr lang="en-GB" sz="1000" kern="1200" dirty="0"/>
            <a:t> </a:t>
          </a:r>
          <a:r>
            <a:rPr lang="en-GB" sz="1000" kern="1200" dirty="0" err="1"/>
            <a:t>smesso</a:t>
          </a:r>
          <a:r>
            <a:rPr lang="en-GB" sz="1000" kern="1200" dirty="0"/>
            <a:t> </a:t>
          </a:r>
          <a:r>
            <a:rPr lang="en-GB" sz="1000" kern="1200" dirty="0" err="1"/>
            <a:t>ieri</a:t>
          </a:r>
          <a:r>
            <a:rPr lang="en-GB" sz="1000" kern="1200" dirty="0"/>
            <a:t>»</a:t>
          </a:r>
          <a:endParaRPr lang="en-US" sz="1000" kern="1200" dirty="0"/>
        </a:p>
      </dsp:txBody>
      <dsp:txXfrm>
        <a:off x="0" y="4853603"/>
        <a:ext cx="5826934" cy="4410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375888-20A7-D14B-906D-1ABD00F7CE91}">
      <dsp:nvSpPr>
        <dsp:cNvPr id="0" name=""/>
        <dsp:cNvSpPr/>
      </dsp:nvSpPr>
      <dsp:spPr>
        <a:xfrm>
          <a:off x="0" y="0"/>
          <a:ext cx="8817102"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31F1C9B-6730-CA4F-8CA4-28D1F1086AD3}">
      <dsp:nvSpPr>
        <dsp:cNvPr id="0" name=""/>
        <dsp:cNvSpPr/>
      </dsp:nvSpPr>
      <dsp:spPr>
        <a:xfrm>
          <a:off x="0" y="0"/>
          <a:ext cx="8817102" cy="959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Negli </a:t>
          </a:r>
          <a:r>
            <a:rPr lang="en-GB" sz="1900" b="1" kern="1200"/>
            <a:t>anni ‘50 e ‘60</a:t>
          </a:r>
          <a:r>
            <a:rPr lang="en-GB" sz="1900" kern="1200"/>
            <a:t>, si iniziarono a fare i primi esperimenti di traduzione automatica tra lingue, in piena Guerra Fredda. Tuttavia, questi esperimenti si scontrarono con la complessità del linguaggio e con la mancanza di dati.</a:t>
          </a:r>
          <a:endParaRPr lang="en-US" sz="1900" kern="1200"/>
        </a:p>
      </dsp:txBody>
      <dsp:txXfrm>
        <a:off x="0" y="0"/>
        <a:ext cx="8817102" cy="959362"/>
      </dsp:txXfrm>
    </dsp:sp>
    <dsp:sp modelId="{A1654F43-9243-004B-A7BA-46355D83F416}">
      <dsp:nvSpPr>
        <dsp:cNvPr id="0" name=""/>
        <dsp:cNvSpPr/>
      </dsp:nvSpPr>
      <dsp:spPr>
        <a:xfrm>
          <a:off x="0" y="959362"/>
          <a:ext cx="8817102"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A34313F-AA85-1B4D-84CC-A99F39885CFA}">
      <dsp:nvSpPr>
        <dsp:cNvPr id="0" name=""/>
        <dsp:cNvSpPr/>
      </dsp:nvSpPr>
      <dsp:spPr>
        <a:xfrm>
          <a:off x="0" y="959362"/>
          <a:ext cx="8817102" cy="959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endParaRPr lang="en-US" sz="1900" b="1" u="none" kern="1200" dirty="0"/>
        </a:p>
      </dsp:txBody>
      <dsp:txXfrm>
        <a:off x="0" y="959362"/>
        <a:ext cx="8817102" cy="9593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EB4C2D-7BB0-D342-8AD8-C71357ECC8F2}">
      <dsp:nvSpPr>
        <dsp:cNvPr id="0" name=""/>
        <dsp:cNvSpPr/>
      </dsp:nvSpPr>
      <dsp:spPr>
        <a:xfrm>
          <a:off x="270042" y="3063593"/>
          <a:ext cx="2160343" cy="64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55650">
            <a:lnSpc>
              <a:spcPct val="90000"/>
            </a:lnSpc>
            <a:spcBef>
              <a:spcPct val="0"/>
            </a:spcBef>
            <a:spcAft>
              <a:spcPct val="35000"/>
            </a:spcAft>
            <a:buNone/>
            <a:defRPr b="1"/>
          </a:pPr>
          <a:r>
            <a:rPr lang="en-US" sz="1700" kern="1200"/>
            <a:t>2000</a:t>
          </a:r>
        </a:p>
      </dsp:txBody>
      <dsp:txXfrm>
        <a:off x="270042" y="3063593"/>
        <a:ext cx="2160343" cy="644666"/>
      </dsp:txXfrm>
    </dsp:sp>
    <dsp:sp modelId="{30D76E99-8A2E-5D45-A427-8C1BE37D236F}">
      <dsp:nvSpPr>
        <dsp:cNvPr id="0" name=""/>
        <dsp:cNvSpPr/>
      </dsp:nvSpPr>
      <dsp:spPr>
        <a:xfrm>
          <a:off x="0" y="2738407"/>
          <a:ext cx="5400858" cy="22820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7AD47B-7B03-2D4A-81B6-1F8FD82B88B7}">
      <dsp:nvSpPr>
        <dsp:cNvPr id="0" name=""/>
        <dsp:cNvSpPr/>
      </dsp:nvSpPr>
      <dsp:spPr>
        <a:xfrm>
          <a:off x="162025" y="798612"/>
          <a:ext cx="2376377" cy="96994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0" lvl="0" indent="0" algn="l" defTabSz="577850">
            <a:lnSpc>
              <a:spcPct val="90000"/>
            </a:lnSpc>
            <a:spcBef>
              <a:spcPct val="0"/>
            </a:spcBef>
            <a:spcAft>
              <a:spcPct val="35000"/>
            </a:spcAft>
            <a:buNone/>
          </a:pPr>
          <a:r>
            <a:rPr lang="en-US" sz="1300" kern="1200"/>
            <a:t>A partire dagli anni 2000, si è affermato un approccio statistico, basato sull’analisi di grandi corpora di testi.</a:t>
          </a:r>
        </a:p>
      </dsp:txBody>
      <dsp:txXfrm>
        <a:off x="162025" y="798612"/>
        <a:ext cx="2376377" cy="969941"/>
      </dsp:txXfrm>
    </dsp:sp>
    <dsp:sp modelId="{FD3695AA-B6D1-1C45-B5B9-B97C9B5331CB}">
      <dsp:nvSpPr>
        <dsp:cNvPr id="0" name=""/>
        <dsp:cNvSpPr/>
      </dsp:nvSpPr>
      <dsp:spPr>
        <a:xfrm>
          <a:off x="1350214" y="1768554"/>
          <a:ext cx="0" cy="969852"/>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8639FC0B-0231-9D40-8894-FB396721BB82}">
      <dsp:nvSpPr>
        <dsp:cNvPr id="0" name=""/>
        <dsp:cNvSpPr/>
      </dsp:nvSpPr>
      <dsp:spPr>
        <a:xfrm>
          <a:off x="2970471" y="1996755"/>
          <a:ext cx="2160343" cy="64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55650">
            <a:lnSpc>
              <a:spcPct val="90000"/>
            </a:lnSpc>
            <a:spcBef>
              <a:spcPct val="0"/>
            </a:spcBef>
            <a:spcAft>
              <a:spcPct val="35000"/>
            </a:spcAft>
            <a:buNone/>
            <a:defRPr b="1"/>
          </a:pPr>
          <a:r>
            <a:rPr lang="en-US" sz="1700" kern="1200"/>
            <a:t>2010</a:t>
          </a:r>
        </a:p>
      </dsp:txBody>
      <dsp:txXfrm>
        <a:off x="2970471" y="1996755"/>
        <a:ext cx="2160343" cy="644666"/>
      </dsp:txXfrm>
    </dsp:sp>
    <dsp:sp modelId="{51B9146F-91B4-1A45-90C9-1A030AE15E41}">
      <dsp:nvSpPr>
        <dsp:cNvPr id="0" name=""/>
        <dsp:cNvSpPr/>
      </dsp:nvSpPr>
      <dsp:spPr>
        <a:xfrm>
          <a:off x="2862454" y="3936460"/>
          <a:ext cx="2376377" cy="1517088"/>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0" lvl="0" indent="0" algn="l" defTabSz="577850">
            <a:lnSpc>
              <a:spcPct val="90000"/>
            </a:lnSpc>
            <a:spcBef>
              <a:spcPct val="0"/>
            </a:spcBef>
            <a:spcAft>
              <a:spcPct val="35000"/>
            </a:spcAft>
            <a:buNone/>
          </a:pPr>
          <a:r>
            <a:rPr lang="en-US" sz="1300" kern="1200"/>
            <a:t>Poi, dagli anni 2010 in poi, è arrivata la rivoluzione del deep learning con l’uso di reti neurali che hanno portato a un netto miglioramento delle prestazioni su molti task.</a:t>
          </a:r>
        </a:p>
      </dsp:txBody>
      <dsp:txXfrm>
        <a:off x="2862454" y="3936460"/>
        <a:ext cx="2376377" cy="1517088"/>
      </dsp:txXfrm>
    </dsp:sp>
    <dsp:sp modelId="{730D16AA-C82E-2246-B01F-95C7BEDC25CD}">
      <dsp:nvSpPr>
        <dsp:cNvPr id="0" name=""/>
        <dsp:cNvSpPr/>
      </dsp:nvSpPr>
      <dsp:spPr>
        <a:xfrm>
          <a:off x="4050643" y="2966607"/>
          <a:ext cx="0" cy="969852"/>
        </a:xfrm>
        <a:prstGeom prst="lin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F3ED40CA-D09C-5744-857E-F7FE435F37C7}">
      <dsp:nvSpPr>
        <dsp:cNvPr id="0" name=""/>
        <dsp:cNvSpPr/>
      </dsp:nvSpPr>
      <dsp:spPr>
        <a:xfrm>
          <a:off x="1278901" y="2781194"/>
          <a:ext cx="142625" cy="142625"/>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F99B4349-211E-954C-AD21-A766B804DB37}">
      <dsp:nvSpPr>
        <dsp:cNvPr id="0" name=""/>
        <dsp:cNvSpPr/>
      </dsp:nvSpPr>
      <dsp:spPr>
        <a:xfrm>
          <a:off x="3979330" y="2781194"/>
          <a:ext cx="142625" cy="142625"/>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C60C6E-9C54-7344-A61D-9FC92E311BED}" type="datetimeFigureOut">
              <a:rPr lang="en-IT" smtClean="0"/>
              <a:t>09/07/25</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EF701F-ADE9-404D-9525-0B0B68E42AD7}" type="slidenum">
              <a:rPr lang="en-IT" smtClean="0"/>
              <a:t>‹#›</a:t>
            </a:fld>
            <a:endParaRPr lang="en-IT"/>
          </a:p>
        </p:txBody>
      </p:sp>
    </p:spTree>
    <p:extLst>
      <p:ext uri="{BB962C8B-B14F-4D97-AF65-F5344CB8AC3E}">
        <p14:creationId xmlns:p14="http://schemas.microsoft.com/office/powerpoint/2010/main" val="2463102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838200" y="1122363"/>
            <a:ext cx="9829800" cy="2387600"/>
          </a:xfrm>
        </p:spPr>
        <p:txBody>
          <a:bodyPr anchor="b">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838200" y="3602038"/>
            <a:ext cx="9829800" cy="165576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838200" y="136525"/>
            <a:ext cx="2743200" cy="365125"/>
          </a:xfrm>
        </p:spPr>
        <p:txBody>
          <a:bodyPr/>
          <a:lstStyle>
            <a:lvl1pPr algn="l">
              <a:defRPr/>
            </a:lvl1pPr>
          </a:lstStyle>
          <a:p>
            <a:fld id="{F602F676-1CF0-AF45-9415-F4A0B8608984}" type="datetime1">
              <a:rPr lang="it-IT" smtClean="0"/>
              <a:t>09/07/25</a:t>
            </a:fld>
            <a:endParaRPr lang="en-US"/>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838200" y="6356350"/>
            <a:ext cx="4114800" cy="365125"/>
          </a:xfrm>
        </p:spPr>
        <p:txBody>
          <a:bodyPr/>
          <a:lstStyle>
            <a:lvl1pPr algn="l">
              <a:defRPr/>
            </a:lvl1pPr>
          </a:lstStyle>
          <a:p>
            <a:endParaRPr lang="en-US"/>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1157672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p:txBody>
          <a:bodyPr/>
          <a:lstStyle/>
          <a:p>
            <a:fld id="{A21E004B-99BB-5044-BCE5-634C15F2E7C8}" type="datetime1">
              <a:rPr lang="it-IT" smtClean="0"/>
              <a:t>09/07/25</a:t>
            </a:fld>
            <a:endParaRPr lang="en-US"/>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2817485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831850" y="1709738"/>
            <a:ext cx="10515600" cy="2852737"/>
          </a:xfrm>
        </p:spPr>
        <p:txBody>
          <a:bodyPr anchor="b">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831850" y="4589463"/>
            <a:ext cx="10515600" cy="1500187"/>
          </a:xfrm>
        </p:spPr>
        <p:txBody>
          <a:bodyPr>
            <a:normAutofit/>
          </a:bodyPr>
          <a:lstStyle>
            <a:lvl1pPr marL="0" indent="0">
              <a:buNone/>
              <a:defRPr sz="2000">
                <a:solidFill>
                  <a:schemeClr val="tx2">
                    <a:lumMod val="60000"/>
                    <a:lumOff val="4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1DCF5E69-D955-9C49-AD68-9EB85B224F4A}" type="datetime1">
              <a:rPr lang="it-IT" smtClean="0"/>
              <a:t>09/07/25</a:t>
            </a:fld>
            <a:endParaRPr lang="en-US" dirty="0"/>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3915765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838200" y="2195847"/>
            <a:ext cx="5181600" cy="3981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6172200" y="2195847"/>
            <a:ext cx="5181600" cy="3981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7083D6D0-96AD-084E-8CC6-BBE26384CBC7}" type="datetime1">
              <a:rPr lang="it-IT" smtClean="0"/>
              <a:t>09/07/25</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1084851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839788" y="731520"/>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839788" y="2149131"/>
            <a:ext cx="5157787" cy="693696"/>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839788" y="2910625"/>
            <a:ext cx="5157787" cy="310056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6172200" y="2149131"/>
            <a:ext cx="5183188" cy="693696"/>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6172200" y="2910625"/>
            <a:ext cx="5183188" cy="310056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2FF389C8-99B7-4C4F-9DED-C8CC095F22AD}" type="datetime1">
              <a:rPr lang="it-IT" smtClean="0"/>
              <a:t>09/07/25</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1687783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838200" y="731520"/>
            <a:ext cx="1051560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CC80C6B1-4BFE-D046-ADCE-3221F7B3BDAA}" type="datetime1">
              <a:rPr lang="it-IT" smtClean="0"/>
              <a:t>09/07/25</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3741725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F2B203D0-3763-EE4F-A92C-050C0F56B61F}" type="datetime1">
              <a:rPr lang="it-IT" smtClean="0"/>
              <a:t>09/07/25</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3902042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839788" y="731520"/>
            <a:ext cx="3932237" cy="2346326"/>
          </a:xfrm>
        </p:spPr>
        <p:txBody>
          <a:bodyPr anchor="b">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731521"/>
            <a:ext cx="6172200" cy="512953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839788" y="3429000"/>
            <a:ext cx="3932237"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C7FA6135-295D-DF44-8530-BBBEA880A02E}" type="datetime1">
              <a:rPr lang="it-IT" smtClean="0"/>
              <a:t>09/07/25</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2890031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839788" y="731520"/>
            <a:ext cx="3932237" cy="2341564"/>
          </a:xfrm>
        </p:spPr>
        <p:txBody>
          <a:bodyPr anchor="b">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687257"/>
            <a:ext cx="6172200" cy="517379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839788"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48A01331-0C6D-F241-9446-499A06A6A87A}" type="datetime1">
              <a:rPr lang="it-IT" smtClean="0"/>
              <a:t>09/07/25</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4031602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B3FBC9E7-4076-AF40-AF20-F7A7BA8EF9B0}" type="datetime1">
              <a:rPr lang="it-IT" smtClean="0"/>
              <a:t>09/07/25</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293077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8724900" y="731520"/>
            <a:ext cx="2628900" cy="537807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838200" y="731520"/>
            <a:ext cx="7734300" cy="537807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CC9ED901-CA70-D54E-AD55-FA234E92B9CA}" type="datetime1">
              <a:rPr lang="it-IT" smtClean="0"/>
              <a:t>09/07/25</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2604652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293296F-4C3A-4530-98F5-F83646ACE913}"/>
              </a:ext>
              <a:ext uri="{C183D7F6-B498-43B3-948B-1728B52AA6E4}">
                <adec:decorative xmlns:adec="http://schemas.microsoft.com/office/drawing/2017/decorative" val="1"/>
              </a:ext>
            </a:extLst>
          </p:cNvPr>
          <p:cNvSpPr/>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3914D2BD-3C47-433D-81FE-DC6C39595F0E}"/>
              </a:ext>
              <a:ext uri="{C183D7F6-B498-43B3-948B-1728B52AA6E4}">
                <adec:decorative xmlns:adec="http://schemas.microsoft.com/office/drawing/2017/decorative" val="1"/>
              </a:ext>
            </a:extLst>
          </p:cNvPr>
          <p:cNvGrpSpPr/>
          <p:nvPr/>
        </p:nvGrpSpPr>
        <p:grpSpPr>
          <a:xfrm>
            <a:off x="572" y="-1"/>
            <a:ext cx="12192000" cy="6857996"/>
            <a:chOff x="572" y="-1"/>
            <a:chExt cx="12192000" cy="6857996"/>
          </a:xfrm>
        </p:grpSpPr>
        <p:cxnSp>
          <p:nvCxnSpPr>
            <p:cNvPr id="9" name="Straight Connector 8">
              <a:extLst>
                <a:ext uri="{FF2B5EF4-FFF2-40B4-BE49-F238E27FC236}">
                  <a16:creationId xmlns:a16="http://schemas.microsoft.com/office/drawing/2014/main" id="{D3DD55E4-EA4F-4874-8B5B-6E0EAF4BBFC4}"/>
                </a:ext>
              </a:extLst>
            </p:cNvPr>
            <p:cNvCxnSpPr>
              <a:cxnSpLocks/>
            </p:cNvCxnSpPr>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950BAF-7673-4138-AEA2-DE7D368CC357}"/>
                </a:ext>
              </a:extLst>
            </p:cNvPr>
            <p:cNvCxnSpPr>
              <a:cxnSpLocks/>
            </p:cNvCxnSpPr>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3E2B5-EA1C-415A-941A-843C7EA148E1}"/>
                </a:ext>
              </a:extLst>
            </p:cNvPr>
            <p:cNvCxnSpPr>
              <a:cxnSpLocks/>
            </p:cNvCxnSpPr>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7FA3A6-E398-4576-B6B8-3328028D84B2}"/>
                </a:ext>
              </a:extLst>
            </p:cNvPr>
            <p:cNvCxnSpPr>
              <a:cxnSpLocks/>
            </p:cNvCxnSpPr>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Graphic 33">
              <a:extLst>
                <a:ext uri="{FF2B5EF4-FFF2-40B4-BE49-F238E27FC236}">
                  <a16:creationId xmlns:a16="http://schemas.microsoft.com/office/drawing/2014/main" id="{EFB597D7-65E0-476A-B9EB-3AA6ED33884C}"/>
                </a:ext>
              </a:extLst>
            </p:cNvPr>
            <p:cNvSpPr/>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sp>
          <p:nvSpPr>
            <p:cNvPr id="14" name="Graphic 33">
              <a:extLst>
                <a:ext uri="{FF2B5EF4-FFF2-40B4-BE49-F238E27FC236}">
                  <a16:creationId xmlns:a16="http://schemas.microsoft.com/office/drawing/2014/main" id="{11AA060A-BE0E-4687-8F9E-0E2955D9796D}"/>
                </a:ext>
              </a:extLst>
            </p:cNvPr>
            <p:cNvSpPr/>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gr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838200" y="727323"/>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838200" y="2189408"/>
            <a:ext cx="10515600" cy="38217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838200" y="136525"/>
            <a:ext cx="2743200" cy="365125"/>
          </a:xfrm>
          <a:prstGeom prst="rect">
            <a:avLst/>
          </a:prstGeom>
        </p:spPr>
        <p:txBody>
          <a:bodyPr vert="horz" lIns="91440" tIns="45720" rIns="91440" bIns="45720" rtlCol="0" anchor="ctr"/>
          <a:lstStyle>
            <a:lvl1pPr algn="l">
              <a:defRPr sz="800" cap="all" spc="150" baseline="0">
                <a:solidFill>
                  <a:schemeClr val="tx2">
                    <a:lumMod val="60000"/>
                    <a:lumOff val="40000"/>
                  </a:schemeClr>
                </a:solidFill>
              </a:defRPr>
            </a:lvl1pPr>
          </a:lstStyle>
          <a:p>
            <a:fld id="{19709676-C672-824B-A32E-5CB6634AEF01}" type="datetime1">
              <a:rPr lang="it-IT" smtClean="0"/>
              <a:t>09/07/25</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838200" y="6356350"/>
            <a:ext cx="3450659" cy="365125"/>
          </a:xfrm>
          <a:prstGeom prst="rect">
            <a:avLst/>
          </a:prstGeom>
        </p:spPr>
        <p:txBody>
          <a:bodyPr vert="horz" lIns="91440" tIns="45720" rIns="91440" bIns="45720" rtlCol="0" anchor="ctr"/>
          <a:lstStyle>
            <a:lvl1pPr algn="l">
              <a:defRPr sz="800" cap="all" spc="150" baseline="0">
                <a:solidFill>
                  <a:schemeClr val="tx2">
                    <a:lumMod val="60000"/>
                    <a:lumOff val="40000"/>
                  </a:schemeClr>
                </a:solidFill>
              </a:defRPr>
            </a:lvl1pPr>
          </a:lstStyle>
          <a:p>
            <a:endParaRPr lang="en-US" dirty="0"/>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563467" y="3246434"/>
            <a:ext cx="628533" cy="365125"/>
          </a:xfrm>
          <a:prstGeom prst="rect">
            <a:avLst/>
          </a:prstGeom>
        </p:spPr>
        <p:txBody>
          <a:bodyPr vert="horz" lIns="91440" tIns="45720" rIns="91440" bIns="45720" rtlCol="0" anchor="ctr"/>
          <a:lstStyle>
            <a:lvl1pPr algn="ctr">
              <a:defRPr sz="1100" cap="all" spc="150" baseline="0">
                <a:solidFill>
                  <a:schemeClr val="tx2">
                    <a:lumMod val="60000"/>
                    <a:lumOff val="40000"/>
                  </a:schemeClr>
                </a:solidFill>
              </a:defRPr>
            </a:lvl1pPr>
          </a:lstStyle>
          <a:p>
            <a:fld id="{273BAE12-D270-459D-897B-6833652BB167}" type="slidenum">
              <a:rPr lang="en-US" smtClean="0"/>
              <a:pPr/>
              <a:t>‹#›</a:t>
            </a:fld>
            <a:endParaRPr lang="en-US" dirty="0"/>
          </a:p>
        </p:txBody>
      </p:sp>
    </p:spTree>
    <p:extLst>
      <p:ext uri="{BB962C8B-B14F-4D97-AF65-F5344CB8AC3E}">
        <p14:creationId xmlns:p14="http://schemas.microsoft.com/office/powerpoint/2010/main" val="140262350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ftr="0" dt="0"/>
  <p:txStyles>
    <p:titleStyle>
      <a:lvl1pPr algn="l" defTabSz="914400" rtl="0" eaLnBrk="1" latinLnBrk="0" hangingPunct="1">
        <a:lnSpc>
          <a:spcPct val="100000"/>
        </a:lnSpc>
        <a:spcBef>
          <a:spcPct val="0"/>
        </a:spcBef>
        <a:buNone/>
        <a:defRPr sz="4400" kern="1200">
          <a:solidFill>
            <a:schemeClr val="tx2">
              <a:lumMod val="60000"/>
              <a:lumOff val="40000"/>
            </a:schemeClr>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2">
              <a:lumMod val="60000"/>
              <a:lumOff val="40000"/>
            </a:schemeClr>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2">
              <a:lumMod val="60000"/>
              <a:lumOff val="40000"/>
            </a:schemeClr>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2">
              <a:lumMod val="60000"/>
              <a:lumOff val="40000"/>
            </a:schemeClr>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2">
              <a:lumMod val="60000"/>
              <a:lumOff val="40000"/>
            </a:schemeClr>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2">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8827F1-3359-44F6-9009-43AE2B17F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
            <a:ext cx="12192001"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AFAD67-5350-4773-886F-D6DD7E66D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7346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0917F84-46AC-7D47-375D-97A3056C00F7}"/>
              </a:ext>
            </a:extLst>
          </p:cNvPr>
          <p:cNvPicPr>
            <a:picLocks noChangeAspect="1"/>
          </p:cNvPicPr>
          <p:nvPr/>
        </p:nvPicPr>
        <p:blipFill>
          <a:blip r:embed="rId2">
            <a:alphaModFix amt="40000"/>
          </a:blip>
          <a:srcRect t="29517" r="-2" b="-2"/>
          <a:stretch>
            <a:fillRect/>
          </a:stretch>
        </p:blipFill>
        <p:spPr>
          <a:xfrm>
            <a:off x="20" y="-1"/>
            <a:ext cx="12189789" cy="6873457"/>
          </a:xfrm>
          <a:prstGeom prst="rect">
            <a:avLst/>
          </a:prstGeom>
          <a:ln w="12700">
            <a:noFill/>
          </a:ln>
        </p:spPr>
      </p:pic>
      <p:grpSp>
        <p:nvGrpSpPr>
          <p:cNvPr id="13" name="Group 12">
            <a:extLst>
              <a:ext uri="{FF2B5EF4-FFF2-40B4-BE49-F238E27FC236}">
                <a16:creationId xmlns:a16="http://schemas.microsoft.com/office/drawing/2014/main" id="{3914D2BD-3C47-433D-81FE-DC6C39595F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
            <a:ext cx="12192000" cy="6857996"/>
            <a:chOff x="572" y="-1"/>
            <a:chExt cx="12192000" cy="6857996"/>
          </a:xfrm>
        </p:grpSpPr>
        <p:cxnSp>
          <p:nvCxnSpPr>
            <p:cNvPr id="14" name="Straight Connector 13">
              <a:extLst>
                <a:ext uri="{FF2B5EF4-FFF2-40B4-BE49-F238E27FC236}">
                  <a16:creationId xmlns:a16="http://schemas.microsoft.com/office/drawing/2014/main" id="{D3DD55E4-EA4F-4874-8B5B-6E0EAF4BBF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2950BAF-7673-4138-AEA2-DE7D368CC3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BE3E2B5-EA1C-415A-941A-843C7EA14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87FA3A6-E398-4576-B6B8-3328028D84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Graphic 33">
              <a:extLst>
                <a:ext uri="{FF2B5EF4-FFF2-40B4-BE49-F238E27FC236}">
                  <a16:creationId xmlns:a16="http://schemas.microsoft.com/office/drawing/2014/main" id="{EFB597D7-65E0-476A-B9EB-3AA6ED33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 name="Graphic 33">
              <a:extLst>
                <a:ext uri="{FF2B5EF4-FFF2-40B4-BE49-F238E27FC236}">
                  <a16:creationId xmlns:a16="http://schemas.microsoft.com/office/drawing/2014/main" id="{11AA060A-BE0E-4687-8F9E-0E2955D979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BB142F48-4586-F46F-2C69-86C76F1E3ADA}"/>
              </a:ext>
            </a:extLst>
          </p:cNvPr>
          <p:cNvSpPr>
            <a:spLocks noGrp="1"/>
          </p:cNvSpPr>
          <p:nvPr>
            <p:ph type="ctrTitle"/>
          </p:nvPr>
        </p:nvSpPr>
        <p:spPr>
          <a:xfrm>
            <a:off x="841248" y="3429000"/>
            <a:ext cx="7151357" cy="2387600"/>
          </a:xfrm>
        </p:spPr>
        <p:txBody>
          <a:bodyPr anchor="t">
            <a:normAutofit/>
          </a:bodyPr>
          <a:lstStyle/>
          <a:p>
            <a:pPr>
              <a:lnSpc>
                <a:spcPct val="90000"/>
              </a:lnSpc>
            </a:pPr>
            <a:r>
              <a:rPr lang="en-GB" b="1">
                <a:solidFill>
                  <a:srgbClr val="FFFFFF"/>
                </a:solidFill>
                <a:effectLst/>
                <a:latin typeface="Helvetica Neue" panose="02000503000000020004" pitchFamily="2" charset="0"/>
              </a:rPr>
              <a:t>Cos’è la linguistica computazionale?</a:t>
            </a:r>
            <a:br>
              <a:rPr lang="en-GB">
                <a:solidFill>
                  <a:srgbClr val="FFFFFF"/>
                </a:solidFill>
                <a:effectLst/>
                <a:latin typeface="Helvetica Neue" panose="02000503000000020004" pitchFamily="2" charset="0"/>
              </a:rPr>
            </a:br>
            <a:endParaRPr lang="en-IT">
              <a:solidFill>
                <a:srgbClr val="FFFFFF"/>
              </a:solidFill>
            </a:endParaRPr>
          </a:p>
        </p:txBody>
      </p:sp>
      <p:sp>
        <p:nvSpPr>
          <p:cNvPr id="3" name="Subtitle 2">
            <a:extLst>
              <a:ext uri="{FF2B5EF4-FFF2-40B4-BE49-F238E27FC236}">
                <a16:creationId xmlns:a16="http://schemas.microsoft.com/office/drawing/2014/main" id="{88DA2295-505D-679B-079B-F6E8F667C036}"/>
              </a:ext>
            </a:extLst>
          </p:cNvPr>
          <p:cNvSpPr>
            <a:spLocks noGrp="1"/>
          </p:cNvSpPr>
          <p:nvPr>
            <p:ph type="subTitle" idx="1"/>
          </p:nvPr>
        </p:nvSpPr>
        <p:spPr>
          <a:xfrm>
            <a:off x="841248" y="1040986"/>
            <a:ext cx="7151357" cy="2272483"/>
          </a:xfrm>
        </p:spPr>
        <p:txBody>
          <a:bodyPr anchor="b">
            <a:normAutofit/>
          </a:bodyPr>
          <a:lstStyle/>
          <a:p>
            <a:r>
              <a:rPr lang="en-IT" dirty="0">
                <a:solidFill>
                  <a:srgbClr val="FFFFFF"/>
                </a:solidFill>
              </a:rPr>
              <a:t>Agnese Lombardi 2025</a:t>
            </a:r>
          </a:p>
        </p:txBody>
      </p:sp>
    </p:spTree>
    <p:extLst>
      <p:ext uri="{BB962C8B-B14F-4D97-AF65-F5344CB8AC3E}">
        <p14:creationId xmlns:p14="http://schemas.microsoft.com/office/powerpoint/2010/main" val="309044987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E336-8393-86A9-A06C-47AF67B7DC74}"/>
              </a:ext>
            </a:extLst>
          </p:cNvPr>
          <p:cNvSpPr>
            <a:spLocks noGrp="1"/>
          </p:cNvSpPr>
          <p:nvPr>
            <p:ph type="title"/>
          </p:nvPr>
        </p:nvSpPr>
        <p:spPr/>
        <p:txBody>
          <a:bodyPr/>
          <a:lstStyle/>
          <a:p>
            <a:r>
              <a:rPr lang="en-IT" dirty="0"/>
              <a:t>La linguistica computazionale</a:t>
            </a:r>
          </a:p>
        </p:txBody>
      </p:sp>
      <p:sp>
        <p:nvSpPr>
          <p:cNvPr id="3" name="Content Placeholder 2">
            <a:extLst>
              <a:ext uri="{FF2B5EF4-FFF2-40B4-BE49-F238E27FC236}">
                <a16:creationId xmlns:a16="http://schemas.microsoft.com/office/drawing/2014/main" id="{B94BDDC1-99EB-F6E1-E537-A4AEB27F6A0C}"/>
              </a:ext>
            </a:extLst>
          </p:cNvPr>
          <p:cNvSpPr>
            <a:spLocks noGrp="1"/>
          </p:cNvSpPr>
          <p:nvPr>
            <p:ph idx="1"/>
          </p:nvPr>
        </p:nvSpPr>
        <p:spPr>
          <a:xfrm>
            <a:off x="838200" y="3026978"/>
            <a:ext cx="10515600" cy="2984207"/>
          </a:xfrm>
        </p:spPr>
        <p:txBody>
          <a:bodyPr/>
          <a:lstStyle/>
          <a:p>
            <a:pPr marL="0" indent="0" fontAlgn="ctr">
              <a:spcAft>
                <a:spcPts val="1500"/>
              </a:spcAft>
              <a:buNone/>
            </a:pPr>
            <a:r>
              <a:rPr lang="en-GB" dirty="0">
                <a:effectLst/>
              </a:rPr>
              <a:t>La </a:t>
            </a:r>
            <a:r>
              <a:rPr lang="en-GB" dirty="0" err="1">
                <a:effectLst/>
              </a:rPr>
              <a:t>linguistica</a:t>
            </a:r>
            <a:r>
              <a:rPr lang="en-GB" dirty="0">
                <a:effectLst/>
              </a:rPr>
              <a:t> </a:t>
            </a:r>
            <a:r>
              <a:rPr lang="en-GB" dirty="0" err="1">
                <a:effectLst/>
              </a:rPr>
              <a:t>computazionale</a:t>
            </a:r>
            <a:r>
              <a:rPr lang="en-GB" dirty="0">
                <a:effectLst/>
              </a:rPr>
              <a:t> </a:t>
            </a:r>
            <a:r>
              <a:rPr lang="en-GB" dirty="0" err="1">
                <a:effectLst/>
              </a:rPr>
              <a:t>è</a:t>
            </a:r>
            <a:r>
              <a:rPr lang="en-GB" dirty="0">
                <a:effectLst/>
              </a:rPr>
              <a:t> </a:t>
            </a:r>
            <a:r>
              <a:rPr lang="en-GB" dirty="0" err="1">
                <a:effectLst/>
              </a:rPr>
              <a:t>una</a:t>
            </a:r>
            <a:r>
              <a:rPr lang="en-GB" dirty="0">
                <a:effectLst/>
              </a:rPr>
              <a:t> </a:t>
            </a:r>
            <a:r>
              <a:rPr lang="en-GB" dirty="0" err="1">
                <a:effectLst/>
              </a:rPr>
              <a:t>disciplina</a:t>
            </a:r>
            <a:r>
              <a:rPr lang="en-GB" dirty="0">
                <a:effectLst/>
              </a:rPr>
              <a:t> </a:t>
            </a:r>
            <a:r>
              <a:rPr lang="en-GB" dirty="0" err="1">
                <a:effectLst/>
              </a:rPr>
              <a:t>scientifica</a:t>
            </a:r>
            <a:r>
              <a:rPr lang="en-GB" dirty="0">
                <a:effectLst/>
              </a:rPr>
              <a:t> </a:t>
            </a:r>
            <a:r>
              <a:rPr lang="en-GB" dirty="0" err="1">
                <a:effectLst/>
              </a:rPr>
              <a:t>che</a:t>
            </a:r>
            <a:r>
              <a:rPr lang="en-GB" dirty="0">
                <a:effectLst/>
              </a:rPr>
              <a:t> studia il </a:t>
            </a:r>
            <a:r>
              <a:rPr lang="en-GB" b="1" dirty="0" err="1">
                <a:effectLst/>
              </a:rPr>
              <a:t>linguaggio</a:t>
            </a:r>
            <a:r>
              <a:rPr lang="en-GB" b="1" dirty="0">
                <a:effectLst/>
              </a:rPr>
              <a:t> </a:t>
            </a:r>
            <a:r>
              <a:rPr lang="en-GB" b="1" dirty="0" err="1">
                <a:effectLst/>
              </a:rPr>
              <a:t>umano</a:t>
            </a:r>
            <a:r>
              <a:rPr lang="en-GB" dirty="0">
                <a:effectLst/>
              </a:rPr>
              <a:t> </a:t>
            </a:r>
            <a:r>
              <a:rPr lang="en-GB" dirty="0" err="1">
                <a:effectLst/>
              </a:rPr>
              <a:t>attraverso</a:t>
            </a:r>
            <a:r>
              <a:rPr lang="en-GB" dirty="0">
                <a:effectLst/>
              </a:rPr>
              <a:t> </a:t>
            </a:r>
            <a:r>
              <a:rPr lang="en-GB" b="1" dirty="0" err="1">
                <a:effectLst/>
              </a:rPr>
              <a:t>modelli</a:t>
            </a:r>
            <a:r>
              <a:rPr lang="en-GB" b="1" dirty="0">
                <a:effectLst/>
              </a:rPr>
              <a:t> </a:t>
            </a:r>
            <a:r>
              <a:rPr lang="en-GB" b="1" dirty="0" err="1">
                <a:effectLst/>
              </a:rPr>
              <a:t>computazionali</a:t>
            </a:r>
            <a:r>
              <a:rPr lang="en-GB" dirty="0">
                <a:effectLst/>
              </a:rPr>
              <a:t>, con </a:t>
            </a:r>
            <a:r>
              <a:rPr lang="en-GB" dirty="0" err="1">
                <a:effectLst/>
              </a:rPr>
              <a:t>l'obiettivo</a:t>
            </a:r>
            <a:r>
              <a:rPr lang="en-GB" dirty="0">
                <a:effectLst/>
              </a:rPr>
              <a:t> di </a:t>
            </a:r>
            <a:r>
              <a:rPr lang="en-GB" dirty="0" err="1">
                <a:effectLst/>
              </a:rPr>
              <a:t>sviluppare</a:t>
            </a:r>
            <a:r>
              <a:rPr lang="en-GB" dirty="0">
                <a:effectLst/>
              </a:rPr>
              <a:t> </a:t>
            </a:r>
            <a:r>
              <a:rPr lang="en-GB" dirty="0" err="1">
                <a:effectLst/>
              </a:rPr>
              <a:t>sistemi</a:t>
            </a:r>
            <a:r>
              <a:rPr lang="en-GB" dirty="0">
                <a:effectLst/>
              </a:rPr>
              <a:t> in </a:t>
            </a:r>
            <a:r>
              <a:rPr lang="en-GB" dirty="0" err="1">
                <a:effectLst/>
              </a:rPr>
              <a:t>grado</a:t>
            </a:r>
            <a:r>
              <a:rPr lang="en-GB" dirty="0">
                <a:effectLst/>
              </a:rPr>
              <a:t> di </a:t>
            </a:r>
            <a:r>
              <a:rPr lang="en-GB" dirty="0" err="1">
                <a:effectLst/>
              </a:rPr>
              <a:t>comprendere</a:t>
            </a:r>
            <a:r>
              <a:rPr lang="en-GB" dirty="0">
                <a:effectLst/>
              </a:rPr>
              <a:t> e </a:t>
            </a:r>
            <a:r>
              <a:rPr lang="en-GB" dirty="0" err="1">
                <a:effectLst/>
              </a:rPr>
              <a:t>produrre</a:t>
            </a:r>
            <a:r>
              <a:rPr lang="en-GB" dirty="0">
                <a:effectLst/>
              </a:rPr>
              <a:t> </a:t>
            </a:r>
            <a:r>
              <a:rPr lang="en-GB" dirty="0" err="1">
                <a:effectLst/>
              </a:rPr>
              <a:t>linguaggio</a:t>
            </a:r>
            <a:r>
              <a:rPr lang="en-GB" dirty="0">
                <a:effectLst/>
              </a:rPr>
              <a:t> </a:t>
            </a:r>
            <a:r>
              <a:rPr lang="en-GB" dirty="0" err="1">
                <a:effectLst/>
              </a:rPr>
              <a:t>naturale.In</a:t>
            </a:r>
            <a:r>
              <a:rPr lang="en-GB" dirty="0">
                <a:effectLst/>
              </a:rPr>
              <a:t> </a:t>
            </a:r>
            <a:r>
              <a:rPr lang="en-GB" dirty="0" err="1">
                <a:effectLst/>
              </a:rPr>
              <a:t>pratica</a:t>
            </a:r>
            <a:r>
              <a:rPr lang="en-GB" dirty="0">
                <a:effectLst/>
              </a:rPr>
              <a:t>, </a:t>
            </a:r>
            <a:r>
              <a:rPr lang="en-GB" dirty="0" err="1">
                <a:effectLst/>
              </a:rPr>
              <a:t>si</a:t>
            </a:r>
            <a:r>
              <a:rPr lang="en-GB" dirty="0">
                <a:effectLst/>
              </a:rPr>
              <a:t> </a:t>
            </a:r>
            <a:r>
              <a:rPr lang="en-GB" dirty="0" err="1">
                <a:effectLst/>
              </a:rPr>
              <a:t>tratta</a:t>
            </a:r>
            <a:r>
              <a:rPr lang="en-GB" dirty="0">
                <a:effectLst/>
              </a:rPr>
              <a:t> di </a:t>
            </a:r>
            <a:r>
              <a:rPr lang="en-GB" dirty="0" err="1">
                <a:effectLst/>
              </a:rPr>
              <a:t>applicare</a:t>
            </a:r>
            <a:r>
              <a:rPr lang="en-GB" dirty="0">
                <a:effectLst/>
              </a:rPr>
              <a:t> </a:t>
            </a:r>
            <a:r>
              <a:rPr lang="en-GB" dirty="0" err="1">
                <a:effectLst/>
              </a:rPr>
              <a:t>metodi</a:t>
            </a:r>
            <a:r>
              <a:rPr lang="en-GB" dirty="0">
                <a:effectLst/>
              </a:rPr>
              <a:t> </a:t>
            </a:r>
            <a:r>
              <a:rPr lang="en-GB" dirty="0" err="1">
                <a:effectLst/>
              </a:rPr>
              <a:t>informatici</a:t>
            </a:r>
            <a:r>
              <a:rPr lang="en-GB" dirty="0">
                <a:effectLst/>
              </a:rPr>
              <a:t> per </a:t>
            </a:r>
            <a:r>
              <a:rPr lang="en-GB" dirty="0" err="1">
                <a:effectLst/>
              </a:rPr>
              <a:t>analizzare</a:t>
            </a:r>
            <a:r>
              <a:rPr lang="en-GB" dirty="0">
                <a:effectLst/>
              </a:rPr>
              <a:t>, </a:t>
            </a:r>
            <a:r>
              <a:rPr lang="en-GB" dirty="0" err="1">
                <a:effectLst/>
              </a:rPr>
              <a:t>elaborare</a:t>
            </a:r>
            <a:r>
              <a:rPr lang="en-GB" dirty="0">
                <a:effectLst/>
              </a:rPr>
              <a:t> e </a:t>
            </a:r>
            <a:r>
              <a:rPr lang="en-GB" dirty="0" err="1">
                <a:effectLst/>
              </a:rPr>
              <a:t>generare</a:t>
            </a:r>
            <a:r>
              <a:rPr lang="en-GB" dirty="0">
                <a:effectLst/>
              </a:rPr>
              <a:t> </a:t>
            </a:r>
            <a:r>
              <a:rPr lang="en-GB" dirty="0" err="1">
                <a:effectLst/>
              </a:rPr>
              <a:t>linguaggio</a:t>
            </a:r>
            <a:r>
              <a:rPr lang="en-GB" dirty="0">
                <a:effectLst/>
              </a:rPr>
              <a:t>, </a:t>
            </a:r>
            <a:r>
              <a:rPr lang="en-GB" dirty="0" err="1">
                <a:effectLst/>
              </a:rPr>
              <a:t>sia</a:t>
            </a:r>
            <a:r>
              <a:rPr lang="en-GB" dirty="0">
                <a:effectLst/>
              </a:rPr>
              <a:t> </a:t>
            </a:r>
            <a:r>
              <a:rPr lang="en-GB" dirty="0" err="1">
                <a:effectLst/>
              </a:rPr>
              <a:t>scritto</a:t>
            </a:r>
            <a:r>
              <a:rPr lang="en-GB" dirty="0">
                <a:effectLst/>
              </a:rPr>
              <a:t> </a:t>
            </a:r>
            <a:r>
              <a:rPr lang="en-GB" dirty="0" err="1">
                <a:effectLst/>
              </a:rPr>
              <a:t>che</a:t>
            </a:r>
            <a:r>
              <a:rPr lang="en-GB" dirty="0">
                <a:effectLst/>
              </a:rPr>
              <a:t> </a:t>
            </a:r>
            <a:r>
              <a:rPr lang="en-GB" dirty="0" err="1">
                <a:effectLst/>
              </a:rPr>
              <a:t>parlato</a:t>
            </a:r>
            <a:r>
              <a:rPr lang="en-GB" dirty="0">
                <a:effectLst/>
              </a:rPr>
              <a:t>, </a:t>
            </a:r>
            <a:r>
              <a:rPr lang="en-GB" dirty="0" err="1">
                <a:effectLst/>
              </a:rPr>
              <a:t>rendendo</a:t>
            </a:r>
            <a:r>
              <a:rPr lang="en-GB" dirty="0">
                <a:effectLst/>
              </a:rPr>
              <a:t> </a:t>
            </a:r>
            <a:r>
              <a:rPr lang="en-GB" dirty="0" err="1">
                <a:effectLst/>
              </a:rPr>
              <a:t>possibile</a:t>
            </a:r>
            <a:r>
              <a:rPr lang="en-GB" dirty="0">
                <a:effectLst/>
              </a:rPr>
              <a:t> </a:t>
            </a:r>
            <a:r>
              <a:rPr lang="en-GB" dirty="0" err="1">
                <a:effectLst/>
              </a:rPr>
              <a:t>l'interazione</a:t>
            </a:r>
            <a:r>
              <a:rPr lang="en-GB" dirty="0">
                <a:effectLst/>
              </a:rPr>
              <a:t> </a:t>
            </a:r>
            <a:r>
              <a:rPr lang="en-GB" dirty="0" err="1">
                <a:effectLst/>
              </a:rPr>
              <a:t>tra</a:t>
            </a:r>
            <a:r>
              <a:rPr lang="en-GB" dirty="0">
                <a:effectLst/>
              </a:rPr>
              <a:t> </a:t>
            </a:r>
            <a:r>
              <a:rPr lang="en-GB" dirty="0" err="1">
                <a:effectLst/>
              </a:rPr>
              <a:t>umani</a:t>
            </a:r>
            <a:r>
              <a:rPr lang="en-GB" dirty="0">
                <a:effectLst/>
              </a:rPr>
              <a:t> e </a:t>
            </a:r>
            <a:r>
              <a:rPr lang="en-GB" dirty="0" err="1">
                <a:effectLst/>
              </a:rPr>
              <a:t>macchine</a:t>
            </a:r>
            <a:r>
              <a:rPr lang="en-GB" dirty="0">
                <a:effectLst/>
              </a:rPr>
              <a:t> </a:t>
            </a:r>
            <a:r>
              <a:rPr lang="en-GB" dirty="0" err="1">
                <a:effectLst/>
              </a:rPr>
              <a:t>attraverso</a:t>
            </a:r>
            <a:r>
              <a:rPr lang="en-GB" dirty="0">
                <a:effectLst/>
              </a:rPr>
              <a:t> il </a:t>
            </a:r>
            <a:r>
              <a:rPr lang="en-GB" dirty="0" err="1">
                <a:effectLst/>
              </a:rPr>
              <a:t>linguaggio</a:t>
            </a:r>
            <a:r>
              <a:rPr lang="en-GB" dirty="0">
                <a:effectLst/>
              </a:rPr>
              <a:t>. </a:t>
            </a:r>
          </a:p>
          <a:p>
            <a:pPr marL="0" indent="0">
              <a:buNone/>
            </a:pPr>
            <a:br>
              <a:rPr lang="en-GB" dirty="0"/>
            </a:br>
            <a:endParaRPr lang="en-IT" dirty="0"/>
          </a:p>
        </p:txBody>
      </p:sp>
      <p:sp>
        <p:nvSpPr>
          <p:cNvPr id="4" name="Slide Number Placeholder 3">
            <a:extLst>
              <a:ext uri="{FF2B5EF4-FFF2-40B4-BE49-F238E27FC236}">
                <a16:creationId xmlns:a16="http://schemas.microsoft.com/office/drawing/2014/main" id="{016F17CA-FF9C-7115-E9BF-242CC3A1FDDD}"/>
              </a:ext>
            </a:extLst>
          </p:cNvPr>
          <p:cNvSpPr>
            <a:spLocks noGrp="1"/>
          </p:cNvSpPr>
          <p:nvPr>
            <p:ph type="sldNum" sz="quarter" idx="12"/>
          </p:nvPr>
        </p:nvSpPr>
        <p:spPr/>
        <p:txBody>
          <a:bodyPr/>
          <a:lstStyle/>
          <a:p>
            <a:fld id="{273BAE12-D270-459D-897B-6833652BB167}" type="slidenum">
              <a:rPr lang="en-US" smtClean="0"/>
              <a:t>2</a:t>
            </a:fld>
            <a:endParaRPr lang="en-US"/>
          </a:p>
        </p:txBody>
      </p:sp>
    </p:spTree>
    <p:extLst>
      <p:ext uri="{BB962C8B-B14F-4D97-AF65-F5344CB8AC3E}">
        <p14:creationId xmlns:p14="http://schemas.microsoft.com/office/powerpoint/2010/main" val="2669169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CF10C978-51B5-420C-9A05-C8F194E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 y="-597"/>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28D34D1C-4E49-4D32-96F1-E49CEBBF8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3" name="Group 32">
            <a:extLst>
              <a:ext uri="{FF2B5EF4-FFF2-40B4-BE49-F238E27FC236}">
                <a16:creationId xmlns:a16="http://schemas.microsoft.com/office/drawing/2014/main" id="{4E94C6EB-0BD0-4926-909B-CE0EFF459E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7" y="-1"/>
            <a:ext cx="12195239" cy="6857996"/>
            <a:chOff x="1667" y="-1"/>
            <a:chExt cx="12195239" cy="6857996"/>
          </a:xfrm>
        </p:grpSpPr>
        <p:cxnSp>
          <p:nvCxnSpPr>
            <p:cNvPr id="34" name="Straight Connector 33">
              <a:extLst>
                <a:ext uri="{FF2B5EF4-FFF2-40B4-BE49-F238E27FC236}">
                  <a16:creationId xmlns:a16="http://schemas.microsoft.com/office/drawing/2014/main" id="{FD8D9AC5-1A8B-4F43-99E1-1D51CFFCF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249B524-B22D-40A1-81F7-459441A7E2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06"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8CCE87E-3564-469A-9A46-F794A0F940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4C96A98-5EF6-4542-9FA4-86B1D2651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8" name="Graphic 33">
              <a:extLst>
                <a:ext uri="{FF2B5EF4-FFF2-40B4-BE49-F238E27FC236}">
                  <a16:creationId xmlns:a16="http://schemas.microsoft.com/office/drawing/2014/main" id="{3BF088B1-D6D6-4925-9B48-5098FF09D0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sp>
          <p:nvSpPr>
            <p:cNvPr id="39" name="Graphic 33">
              <a:extLst>
                <a:ext uri="{FF2B5EF4-FFF2-40B4-BE49-F238E27FC236}">
                  <a16:creationId xmlns:a16="http://schemas.microsoft.com/office/drawing/2014/main" id="{6FA7DFD7-863A-4016-A231-DCB28B20D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5C62CDEC-8DB1-0EE0-55F8-8AB71C32D3FF}"/>
              </a:ext>
            </a:extLst>
          </p:cNvPr>
          <p:cNvSpPr>
            <a:spLocks noGrp="1"/>
          </p:cNvSpPr>
          <p:nvPr>
            <p:ph type="title"/>
          </p:nvPr>
        </p:nvSpPr>
        <p:spPr>
          <a:xfrm>
            <a:off x="838200" y="827727"/>
            <a:ext cx="8648158" cy="1495887"/>
          </a:xfrm>
        </p:spPr>
        <p:txBody>
          <a:bodyPr>
            <a:normAutofit/>
          </a:bodyPr>
          <a:lstStyle/>
          <a:p>
            <a:r>
              <a:rPr lang="en-IT" dirty="0"/>
              <a:t>La linguistica computazionale (2)</a:t>
            </a:r>
          </a:p>
        </p:txBody>
      </p:sp>
      <p:sp>
        <p:nvSpPr>
          <p:cNvPr id="3" name="Content Placeholder 2">
            <a:extLst>
              <a:ext uri="{FF2B5EF4-FFF2-40B4-BE49-F238E27FC236}">
                <a16:creationId xmlns:a16="http://schemas.microsoft.com/office/drawing/2014/main" id="{293C5CDF-5DF9-253D-2CD8-4C54A2D20388}"/>
              </a:ext>
            </a:extLst>
          </p:cNvPr>
          <p:cNvSpPr>
            <a:spLocks noGrp="1"/>
          </p:cNvSpPr>
          <p:nvPr>
            <p:ph idx="1"/>
          </p:nvPr>
        </p:nvSpPr>
        <p:spPr>
          <a:xfrm>
            <a:off x="838200" y="2434196"/>
            <a:ext cx="8648158" cy="3430575"/>
          </a:xfrm>
        </p:spPr>
        <p:txBody>
          <a:bodyPr>
            <a:normAutofit/>
          </a:bodyPr>
          <a:lstStyle/>
          <a:p>
            <a:r>
              <a:rPr lang="en-GB" dirty="0" err="1">
                <a:effectLst/>
                <a:latin typeface="Helvetica Neue" panose="02000503000000020004" pitchFamily="2" charset="0"/>
              </a:rPr>
              <a:t>È</a:t>
            </a:r>
            <a:r>
              <a:rPr lang="en-GB" dirty="0">
                <a:effectLst/>
                <a:latin typeface="Helvetica Neue" panose="02000503000000020004" pitchFamily="2" charset="0"/>
              </a:rPr>
              <a:t> un campo </a:t>
            </a:r>
            <a:r>
              <a:rPr lang="en-GB" dirty="0" err="1">
                <a:effectLst/>
                <a:latin typeface="Helvetica Neue" panose="02000503000000020004" pitchFamily="2" charset="0"/>
              </a:rPr>
              <a:t>che</a:t>
            </a:r>
            <a:r>
              <a:rPr lang="en-GB" dirty="0">
                <a:effectLst/>
                <a:latin typeface="Helvetica Neue" panose="02000503000000020004" pitchFamily="2" charset="0"/>
              </a:rPr>
              <a:t> </a:t>
            </a:r>
            <a:r>
              <a:rPr lang="en-GB" dirty="0" err="1">
                <a:effectLst/>
                <a:latin typeface="Helvetica Neue" panose="02000503000000020004" pitchFamily="2" charset="0"/>
              </a:rPr>
              <a:t>combina</a:t>
            </a:r>
            <a:r>
              <a:rPr lang="en-GB" dirty="0">
                <a:effectLst/>
                <a:latin typeface="Helvetica Neue" panose="02000503000000020004" pitchFamily="2" charset="0"/>
              </a:rPr>
              <a:t> le </a:t>
            </a:r>
            <a:r>
              <a:rPr lang="en-GB" b="1" dirty="0" err="1">
                <a:effectLst/>
                <a:latin typeface="Helvetica Neue" panose="02000503000000020004" pitchFamily="2" charset="0"/>
              </a:rPr>
              <a:t>competenze</a:t>
            </a:r>
            <a:r>
              <a:rPr lang="en-GB" b="1" dirty="0">
                <a:effectLst/>
                <a:latin typeface="Helvetica Neue" panose="02000503000000020004" pitchFamily="2" charset="0"/>
              </a:rPr>
              <a:t> </a:t>
            </a:r>
            <a:r>
              <a:rPr lang="en-GB" b="1" dirty="0" err="1">
                <a:effectLst/>
                <a:latin typeface="Helvetica Neue" panose="02000503000000020004" pitchFamily="2" charset="0"/>
              </a:rPr>
              <a:t>della</a:t>
            </a:r>
            <a:r>
              <a:rPr lang="en-GB" b="1" dirty="0">
                <a:effectLst/>
                <a:latin typeface="Helvetica Neue" panose="02000503000000020004" pitchFamily="2" charset="0"/>
              </a:rPr>
              <a:t> </a:t>
            </a:r>
            <a:r>
              <a:rPr lang="en-GB" b="1" dirty="0" err="1">
                <a:effectLst/>
                <a:latin typeface="Helvetica Neue" panose="02000503000000020004" pitchFamily="2" charset="0"/>
              </a:rPr>
              <a:t>linguistica</a:t>
            </a:r>
            <a:r>
              <a:rPr lang="en-GB" b="1" dirty="0">
                <a:effectLst/>
                <a:latin typeface="Helvetica Neue" panose="02000503000000020004" pitchFamily="2" charset="0"/>
              </a:rPr>
              <a:t> </a:t>
            </a:r>
            <a:r>
              <a:rPr lang="en-GB" dirty="0">
                <a:effectLst/>
                <a:latin typeface="Helvetica Neue" panose="02000503000000020004" pitchFamily="2" charset="0"/>
              </a:rPr>
              <a:t>— </a:t>
            </a:r>
            <a:r>
              <a:rPr lang="en-GB" dirty="0" err="1">
                <a:effectLst/>
                <a:latin typeface="Helvetica Neue" panose="02000503000000020004" pitchFamily="2" charset="0"/>
              </a:rPr>
              <a:t>quindi</a:t>
            </a:r>
            <a:r>
              <a:rPr lang="en-GB" dirty="0">
                <a:effectLst/>
                <a:latin typeface="Helvetica Neue" panose="02000503000000020004" pitchFamily="2" charset="0"/>
              </a:rPr>
              <a:t> lo studio </a:t>
            </a:r>
            <a:r>
              <a:rPr lang="en-GB" dirty="0" err="1">
                <a:effectLst/>
                <a:latin typeface="Helvetica Neue" panose="02000503000000020004" pitchFamily="2" charset="0"/>
              </a:rPr>
              <a:t>scientifico</a:t>
            </a:r>
            <a:r>
              <a:rPr lang="en-GB" dirty="0">
                <a:effectLst/>
                <a:latin typeface="Helvetica Neue" panose="02000503000000020004" pitchFamily="2" charset="0"/>
              </a:rPr>
              <a:t> del </a:t>
            </a:r>
            <a:r>
              <a:rPr lang="en-GB" dirty="0" err="1">
                <a:effectLst/>
                <a:latin typeface="Helvetica Neue" panose="02000503000000020004" pitchFamily="2" charset="0"/>
              </a:rPr>
              <a:t>linguaggio</a:t>
            </a:r>
            <a:r>
              <a:rPr lang="en-GB" dirty="0">
                <a:effectLst/>
                <a:latin typeface="Helvetica Neue" panose="02000503000000020004" pitchFamily="2" charset="0"/>
              </a:rPr>
              <a:t> — con quelle </a:t>
            </a:r>
            <a:r>
              <a:rPr lang="en-GB" dirty="0" err="1">
                <a:effectLst/>
                <a:latin typeface="Helvetica Neue" panose="02000503000000020004" pitchFamily="2" charset="0"/>
              </a:rPr>
              <a:t>dell’</a:t>
            </a:r>
            <a:r>
              <a:rPr lang="en-GB" b="1" dirty="0" err="1">
                <a:effectLst/>
                <a:latin typeface="Helvetica Neue" panose="02000503000000020004" pitchFamily="2" charset="0"/>
              </a:rPr>
              <a:t>informatica</a:t>
            </a:r>
            <a:r>
              <a:rPr lang="en-GB" dirty="0">
                <a:effectLst/>
                <a:latin typeface="Helvetica Neue" panose="02000503000000020004" pitchFamily="2" charset="0"/>
              </a:rPr>
              <a:t>, in </a:t>
            </a:r>
            <a:r>
              <a:rPr lang="en-GB" dirty="0" err="1">
                <a:effectLst/>
                <a:latin typeface="Helvetica Neue" panose="02000503000000020004" pitchFamily="2" charset="0"/>
              </a:rPr>
              <a:t>particolare</a:t>
            </a:r>
            <a:r>
              <a:rPr lang="en-GB" dirty="0">
                <a:effectLst/>
                <a:latin typeface="Helvetica Neue" panose="02000503000000020004" pitchFamily="2" charset="0"/>
              </a:rPr>
              <a:t> </a:t>
            </a:r>
            <a:r>
              <a:rPr lang="en-GB" dirty="0" err="1">
                <a:effectLst/>
                <a:latin typeface="Helvetica Neue" panose="02000503000000020004" pitchFamily="2" charset="0"/>
              </a:rPr>
              <a:t>l’intelligenza</a:t>
            </a:r>
            <a:r>
              <a:rPr lang="en-GB" dirty="0">
                <a:effectLst/>
                <a:latin typeface="Helvetica Neue" panose="02000503000000020004" pitchFamily="2" charset="0"/>
              </a:rPr>
              <a:t> </a:t>
            </a:r>
            <a:r>
              <a:rPr lang="en-GB" dirty="0" err="1">
                <a:effectLst/>
                <a:latin typeface="Helvetica Neue" panose="02000503000000020004" pitchFamily="2" charset="0"/>
              </a:rPr>
              <a:t>artificiale</a:t>
            </a:r>
            <a:r>
              <a:rPr lang="en-GB" dirty="0">
                <a:effectLst/>
                <a:latin typeface="Helvetica Neue" panose="02000503000000020004" pitchFamily="2" charset="0"/>
              </a:rPr>
              <a:t> e la </a:t>
            </a:r>
            <a:r>
              <a:rPr lang="en-GB" dirty="0" err="1">
                <a:effectLst/>
                <a:latin typeface="Helvetica Neue" panose="02000503000000020004" pitchFamily="2" charset="0"/>
              </a:rPr>
              <a:t>programmazione</a:t>
            </a:r>
            <a:r>
              <a:rPr lang="en-GB" dirty="0">
                <a:effectLst/>
                <a:latin typeface="Helvetica Neue" panose="02000503000000020004" pitchFamily="2" charset="0"/>
              </a:rPr>
              <a:t>.</a:t>
            </a:r>
          </a:p>
          <a:p>
            <a:endParaRPr lang="en-IT" dirty="0"/>
          </a:p>
          <a:p>
            <a:r>
              <a:rPr lang="en-GB" dirty="0">
                <a:effectLst/>
                <a:latin typeface="Helvetica Neue" panose="02000503000000020004" pitchFamily="2" charset="0"/>
              </a:rPr>
              <a:t>Il </a:t>
            </a:r>
            <a:r>
              <a:rPr lang="en-GB" dirty="0" err="1">
                <a:effectLst/>
                <a:latin typeface="Helvetica Neue" panose="02000503000000020004" pitchFamily="2" charset="0"/>
              </a:rPr>
              <a:t>suo</a:t>
            </a:r>
            <a:r>
              <a:rPr lang="en-GB" dirty="0">
                <a:effectLst/>
                <a:latin typeface="Helvetica Neue" panose="02000503000000020004" pitchFamily="2" charset="0"/>
              </a:rPr>
              <a:t> </a:t>
            </a:r>
            <a:r>
              <a:rPr lang="en-GB" dirty="0" err="1">
                <a:effectLst/>
                <a:latin typeface="Helvetica Neue" panose="02000503000000020004" pitchFamily="2" charset="0"/>
              </a:rPr>
              <a:t>ambito</a:t>
            </a:r>
            <a:r>
              <a:rPr lang="en-GB" dirty="0">
                <a:effectLst/>
                <a:latin typeface="Helvetica Neue" panose="02000503000000020004" pitchFamily="2" charset="0"/>
              </a:rPr>
              <a:t> </a:t>
            </a:r>
            <a:r>
              <a:rPr lang="en-GB" dirty="0" err="1">
                <a:effectLst/>
                <a:latin typeface="Helvetica Neue" panose="02000503000000020004" pitchFamily="2" charset="0"/>
              </a:rPr>
              <a:t>principale</a:t>
            </a:r>
            <a:r>
              <a:rPr lang="en-GB" dirty="0">
                <a:effectLst/>
                <a:latin typeface="Helvetica Neue" panose="02000503000000020004" pitchFamily="2" charset="0"/>
              </a:rPr>
              <a:t> </a:t>
            </a:r>
            <a:r>
              <a:rPr lang="en-GB" dirty="0" err="1">
                <a:effectLst/>
                <a:latin typeface="Helvetica Neue" panose="02000503000000020004" pitchFamily="2" charset="0"/>
              </a:rPr>
              <a:t>è</a:t>
            </a:r>
            <a:r>
              <a:rPr lang="en-GB" dirty="0">
                <a:effectLst/>
                <a:latin typeface="Helvetica Neue" panose="02000503000000020004" pitchFamily="2" charset="0"/>
              </a:rPr>
              <a:t> </a:t>
            </a:r>
            <a:r>
              <a:rPr lang="en-GB" dirty="0" err="1">
                <a:effectLst/>
                <a:latin typeface="Helvetica Neue" panose="02000503000000020004" pitchFamily="2" charset="0"/>
              </a:rPr>
              <a:t>l’elaborazione</a:t>
            </a:r>
            <a:r>
              <a:rPr lang="en-GB" dirty="0">
                <a:effectLst/>
                <a:latin typeface="Helvetica Neue" panose="02000503000000020004" pitchFamily="2" charset="0"/>
              </a:rPr>
              <a:t> </a:t>
            </a:r>
            <a:r>
              <a:rPr lang="en-GB" dirty="0" err="1">
                <a:effectLst/>
                <a:latin typeface="Helvetica Neue" panose="02000503000000020004" pitchFamily="2" charset="0"/>
              </a:rPr>
              <a:t>automatica</a:t>
            </a:r>
            <a:r>
              <a:rPr lang="en-GB" dirty="0">
                <a:effectLst/>
                <a:latin typeface="Helvetica Neue" panose="02000503000000020004" pitchFamily="2" charset="0"/>
              </a:rPr>
              <a:t> del </a:t>
            </a:r>
            <a:r>
              <a:rPr lang="en-GB" dirty="0" err="1">
                <a:effectLst/>
                <a:latin typeface="Helvetica Neue" panose="02000503000000020004" pitchFamily="2" charset="0"/>
              </a:rPr>
              <a:t>linguaggio</a:t>
            </a:r>
            <a:r>
              <a:rPr lang="en-GB" dirty="0">
                <a:effectLst/>
                <a:latin typeface="Helvetica Neue" panose="02000503000000020004" pitchFamily="2" charset="0"/>
              </a:rPr>
              <a:t> </a:t>
            </a:r>
            <a:r>
              <a:rPr lang="en-GB" dirty="0" err="1">
                <a:effectLst/>
                <a:latin typeface="Helvetica Neue" panose="02000503000000020004" pitchFamily="2" charset="0"/>
              </a:rPr>
              <a:t>naturale</a:t>
            </a:r>
            <a:r>
              <a:rPr lang="en-GB" dirty="0">
                <a:effectLst/>
                <a:latin typeface="Helvetica Neue" panose="02000503000000020004" pitchFamily="2" charset="0"/>
              </a:rPr>
              <a:t>, o NLP — </a:t>
            </a:r>
            <a:r>
              <a:rPr lang="en-GB" b="1" dirty="0">
                <a:effectLst/>
                <a:latin typeface="Helvetica Neue" panose="02000503000000020004" pitchFamily="2" charset="0"/>
              </a:rPr>
              <a:t>Natural Language Processing</a:t>
            </a:r>
            <a:r>
              <a:rPr lang="en-GB" dirty="0">
                <a:effectLst/>
                <a:latin typeface="Helvetica Neue" panose="02000503000000020004" pitchFamily="2" charset="0"/>
              </a:rPr>
              <a:t> — </a:t>
            </a:r>
            <a:r>
              <a:rPr lang="en-GB" dirty="0" err="1">
                <a:effectLst/>
                <a:latin typeface="Helvetica Neue" panose="02000503000000020004" pitchFamily="2" charset="0"/>
              </a:rPr>
              <a:t>che</a:t>
            </a:r>
            <a:r>
              <a:rPr lang="en-GB" dirty="0">
                <a:effectLst/>
                <a:latin typeface="Helvetica Neue" panose="02000503000000020004" pitchFamily="2" charset="0"/>
              </a:rPr>
              <a:t> </a:t>
            </a:r>
            <a:r>
              <a:rPr lang="en-GB" dirty="0" err="1">
                <a:effectLst/>
                <a:latin typeface="Helvetica Neue" panose="02000503000000020004" pitchFamily="2" charset="0"/>
              </a:rPr>
              <a:t>comprende</a:t>
            </a:r>
            <a:r>
              <a:rPr lang="en-GB" dirty="0">
                <a:effectLst/>
                <a:latin typeface="Helvetica Neue" panose="02000503000000020004" pitchFamily="2" charset="0"/>
              </a:rPr>
              <a:t> tutte quelle </a:t>
            </a:r>
            <a:r>
              <a:rPr lang="en-GB" dirty="0" err="1">
                <a:effectLst/>
                <a:latin typeface="Helvetica Neue" panose="02000503000000020004" pitchFamily="2" charset="0"/>
              </a:rPr>
              <a:t>tecniche</a:t>
            </a:r>
            <a:r>
              <a:rPr lang="en-GB" dirty="0">
                <a:effectLst/>
                <a:latin typeface="Helvetica Neue" panose="02000503000000020004" pitchFamily="2" charset="0"/>
              </a:rPr>
              <a:t> </a:t>
            </a:r>
            <a:r>
              <a:rPr lang="en-GB" dirty="0" err="1">
                <a:effectLst/>
                <a:latin typeface="Helvetica Neue" panose="02000503000000020004" pitchFamily="2" charset="0"/>
              </a:rPr>
              <a:t>che</a:t>
            </a:r>
            <a:r>
              <a:rPr lang="en-GB" dirty="0">
                <a:effectLst/>
                <a:latin typeface="Helvetica Neue" panose="02000503000000020004" pitchFamily="2" charset="0"/>
              </a:rPr>
              <a:t> </a:t>
            </a:r>
            <a:r>
              <a:rPr lang="en-GB" dirty="0" err="1">
                <a:effectLst/>
                <a:latin typeface="Helvetica Neue" panose="02000503000000020004" pitchFamily="2" charset="0"/>
              </a:rPr>
              <a:t>permettono</a:t>
            </a:r>
            <a:r>
              <a:rPr lang="en-GB" dirty="0">
                <a:effectLst/>
                <a:latin typeface="Helvetica Neue" panose="02000503000000020004" pitchFamily="2" charset="0"/>
              </a:rPr>
              <a:t> ai computer di </a:t>
            </a:r>
            <a:r>
              <a:rPr lang="en-GB" dirty="0" err="1">
                <a:effectLst/>
                <a:latin typeface="Helvetica Neue" panose="02000503000000020004" pitchFamily="2" charset="0"/>
              </a:rPr>
              <a:t>lavorare</a:t>
            </a:r>
            <a:r>
              <a:rPr lang="en-GB" dirty="0">
                <a:effectLst/>
                <a:latin typeface="Helvetica Neue" panose="02000503000000020004" pitchFamily="2" charset="0"/>
              </a:rPr>
              <a:t> con </a:t>
            </a:r>
            <a:r>
              <a:rPr lang="en-GB" dirty="0" err="1">
                <a:effectLst/>
                <a:latin typeface="Helvetica Neue" panose="02000503000000020004" pitchFamily="2" charset="0"/>
              </a:rPr>
              <a:t>testi</a:t>
            </a:r>
            <a:r>
              <a:rPr lang="en-GB" dirty="0">
                <a:effectLst/>
                <a:latin typeface="Helvetica Neue" panose="02000503000000020004" pitchFamily="2" charset="0"/>
              </a:rPr>
              <a:t> e </a:t>
            </a:r>
            <a:r>
              <a:rPr lang="en-GB" dirty="0" err="1">
                <a:effectLst/>
                <a:latin typeface="Helvetica Neue" panose="02000503000000020004" pitchFamily="2" charset="0"/>
              </a:rPr>
              <a:t>linguaggio</a:t>
            </a:r>
            <a:r>
              <a:rPr lang="en-GB" dirty="0">
                <a:effectLst/>
                <a:latin typeface="Helvetica Neue" panose="02000503000000020004" pitchFamily="2" charset="0"/>
              </a:rPr>
              <a:t> </a:t>
            </a:r>
            <a:r>
              <a:rPr lang="en-GB" dirty="0" err="1">
                <a:effectLst/>
                <a:latin typeface="Helvetica Neue" panose="02000503000000020004" pitchFamily="2" charset="0"/>
              </a:rPr>
              <a:t>parlato</a:t>
            </a:r>
            <a:r>
              <a:rPr lang="en-GB" dirty="0">
                <a:effectLst/>
                <a:latin typeface="Helvetica Neue" panose="02000503000000020004" pitchFamily="2" charset="0"/>
              </a:rPr>
              <a:t>.</a:t>
            </a:r>
          </a:p>
          <a:p>
            <a:endParaRPr lang="en-IT" dirty="0"/>
          </a:p>
        </p:txBody>
      </p:sp>
      <p:sp>
        <p:nvSpPr>
          <p:cNvPr id="4" name="Slide Number Placeholder 3">
            <a:extLst>
              <a:ext uri="{FF2B5EF4-FFF2-40B4-BE49-F238E27FC236}">
                <a16:creationId xmlns:a16="http://schemas.microsoft.com/office/drawing/2014/main" id="{6B062B89-067E-6983-858B-B10537133912}"/>
              </a:ext>
            </a:extLst>
          </p:cNvPr>
          <p:cNvSpPr>
            <a:spLocks noGrp="1"/>
          </p:cNvSpPr>
          <p:nvPr>
            <p:ph type="sldNum" sz="quarter" idx="12"/>
          </p:nvPr>
        </p:nvSpPr>
        <p:spPr/>
        <p:txBody>
          <a:bodyPr/>
          <a:lstStyle/>
          <a:p>
            <a:fld id="{273BAE12-D270-459D-897B-6833652BB167}" type="slidenum">
              <a:rPr lang="en-US" smtClean="0"/>
              <a:t>3</a:t>
            </a:fld>
            <a:endParaRPr lang="en-US"/>
          </a:p>
        </p:txBody>
      </p:sp>
    </p:spTree>
    <p:extLst>
      <p:ext uri="{BB962C8B-B14F-4D97-AF65-F5344CB8AC3E}">
        <p14:creationId xmlns:p14="http://schemas.microsoft.com/office/powerpoint/2010/main" val="437630011"/>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2293296F-4C3A-4530-98F5-F83646ACE9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35">
            <a:extLst>
              <a:ext uri="{FF2B5EF4-FFF2-40B4-BE49-F238E27FC236}">
                <a16:creationId xmlns:a16="http://schemas.microsoft.com/office/drawing/2014/main" id="{3914D2BD-3C47-433D-81FE-DC6C39595F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2" y="-1"/>
            <a:ext cx="12192000" cy="6857996"/>
            <a:chOff x="572" y="-1"/>
            <a:chExt cx="12192000" cy="6857996"/>
          </a:xfrm>
        </p:grpSpPr>
        <p:cxnSp>
          <p:nvCxnSpPr>
            <p:cNvPr id="37" name="Straight Connector 36">
              <a:extLst>
                <a:ext uri="{FF2B5EF4-FFF2-40B4-BE49-F238E27FC236}">
                  <a16:creationId xmlns:a16="http://schemas.microsoft.com/office/drawing/2014/main" id="{D3DD55E4-EA4F-4874-8B5B-6E0EAF4BBF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2950BAF-7673-4138-AEA2-DE7D368CC3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BE3E2B5-EA1C-415A-941A-843C7EA14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FA3A6-E398-4576-B6B8-3328028D84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1" name="Graphic 33">
              <a:extLst>
                <a:ext uri="{FF2B5EF4-FFF2-40B4-BE49-F238E27FC236}">
                  <a16:creationId xmlns:a16="http://schemas.microsoft.com/office/drawing/2014/main" id="{EFB597D7-65E0-476A-B9EB-3AA6ED33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sp>
          <p:nvSpPr>
            <p:cNvPr id="42" name="Graphic 33">
              <a:extLst>
                <a:ext uri="{FF2B5EF4-FFF2-40B4-BE49-F238E27FC236}">
                  <a16:creationId xmlns:a16="http://schemas.microsoft.com/office/drawing/2014/main" id="{11AA060A-BE0E-4687-8F9E-0E2955D979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grpSp>
      <p:sp>
        <p:nvSpPr>
          <p:cNvPr id="44" name="Rectangle 43">
            <a:extLst>
              <a:ext uri="{FF2B5EF4-FFF2-40B4-BE49-F238E27FC236}">
                <a16:creationId xmlns:a16="http://schemas.microsoft.com/office/drawing/2014/main" id="{916F6374-2300-41FF-BA7E-22FADCD95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0864D9E-0A0C-482E-86DE-9C4E729C3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38"/>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64A928-1009-11D3-95A9-BFE72D150F3F}"/>
              </a:ext>
            </a:extLst>
          </p:cNvPr>
          <p:cNvSpPr>
            <a:spLocks noGrp="1"/>
          </p:cNvSpPr>
          <p:nvPr>
            <p:ph type="title"/>
          </p:nvPr>
        </p:nvSpPr>
        <p:spPr>
          <a:xfrm>
            <a:off x="814230" y="1635223"/>
            <a:ext cx="3910046" cy="3221595"/>
          </a:xfrm>
        </p:spPr>
        <p:txBody>
          <a:bodyPr vert="horz" lIns="91440" tIns="45720" rIns="91440" bIns="45720" rtlCol="0" anchor="b">
            <a:normAutofit/>
          </a:bodyPr>
          <a:lstStyle/>
          <a:p>
            <a:pPr>
              <a:lnSpc>
                <a:spcPct val="90000"/>
              </a:lnSpc>
            </a:pPr>
            <a:r>
              <a:rPr lang="en-US" sz="2500" dirty="0"/>
              <a:t>Theodore, uno </a:t>
            </a:r>
            <a:r>
              <a:rPr lang="en-US" sz="2500" dirty="0" err="1"/>
              <a:t>scrittore</a:t>
            </a:r>
            <a:r>
              <a:rPr lang="en-US" sz="2500" dirty="0"/>
              <a:t> di </a:t>
            </a:r>
            <a:r>
              <a:rPr lang="en-US" sz="2500" dirty="0" err="1"/>
              <a:t>lettere</a:t>
            </a:r>
            <a:r>
              <a:rPr lang="en-US" sz="2500" dirty="0"/>
              <a:t> d'amore, </a:t>
            </a:r>
            <a:r>
              <a:rPr lang="en-US" sz="2500" dirty="0" err="1"/>
              <a:t>intraprende</a:t>
            </a:r>
            <a:r>
              <a:rPr lang="en-US" sz="2500" dirty="0"/>
              <a:t> </a:t>
            </a:r>
            <a:r>
              <a:rPr lang="en-US" sz="2500" dirty="0" err="1"/>
              <a:t>una</a:t>
            </a:r>
            <a:r>
              <a:rPr lang="en-US" sz="2500" dirty="0"/>
              <a:t> </a:t>
            </a:r>
            <a:r>
              <a:rPr lang="en-US" sz="2500" dirty="0" err="1"/>
              <a:t>relazione</a:t>
            </a:r>
            <a:r>
              <a:rPr lang="en-US" sz="2500" dirty="0"/>
              <a:t> </a:t>
            </a:r>
            <a:r>
              <a:rPr lang="en-US" sz="2500" dirty="0" err="1"/>
              <a:t>sentimentale</a:t>
            </a:r>
            <a:r>
              <a:rPr lang="en-US" sz="2500" dirty="0"/>
              <a:t> con Samantha, il </a:t>
            </a:r>
            <a:r>
              <a:rPr lang="en-US" sz="2500" dirty="0" err="1"/>
              <a:t>sistema</a:t>
            </a:r>
            <a:r>
              <a:rPr lang="en-US" sz="2500" dirty="0"/>
              <a:t> </a:t>
            </a:r>
            <a:r>
              <a:rPr lang="en-US" sz="2500" dirty="0" err="1"/>
              <a:t>operativo</a:t>
            </a:r>
            <a:r>
              <a:rPr lang="en-US" sz="2500" dirty="0"/>
              <a:t> del </a:t>
            </a:r>
            <a:r>
              <a:rPr lang="en-US" sz="2500" dirty="0" err="1"/>
              <a:t>suo</a:t>
            </a:r>
            <a:r>
              <a:rPr lang="en-US" sz="2500" dirty="0"/>
              <a:t> computer </a:t>
            </a:r>
            <a:r>
              <a:rPr lang="en-US" sz="2500" dirty="0" err="1"/>
              <a:t>dalla</a:t>
            </a:r>
            <a:r>
              <a:rPr lang="en-US" sz="2500" dirty="0"/>
              <a:t> </a:t>
            </a:r>
            <a:r>
              <a:rPr lang="en-US" sz="2500" dirty="0" err="1"/>
              <a:t>suadente</a:t>
            </a:r>
            <a:r>
              <a:rPr lang="en-US" sz="2500" dirty="0"/>
              <a:t> voce </a:t>
            </a:r>
            <a:r>
              <a:rPr lang="en-US" sz="2500" dirty="0" err="1"/>
              <a:t>femminile</a:t>
            </a:r>
            <a:r>
              <a:rPr lang="en-US" sz="2500" dirty="0"/>
              <a:t>.</a:t>
            </a:r>
            <a:br>
              <a:rPr lang="en-US" sz="2500" dirty="0"/>
            </a:br>
            <a:br>
              <a:rPr lang="en-US" sz="2500" dirty="0"/>
            </a:br>
            <a:r>
              <a:rPr lang="en-US" sz="2500" dirty="0"/>
              <a:t>Her (2013)</a:t>
            </a:r>
          </a:p>
        </p:txBody>
      </p:sp>
      <p:grpSp>
        <p:nvGrpSpPr>
          <p:cNvPr id="48" name="Group 47">
            <a:extLst>
              <a:ext uri="{FF2B5EF4-FFF2-40B4-BE49-F238E27FC236}">
                <a16:creationId xmlns:a16="http://schemas.microsoft.com/office/drawing/2014/main" id="{859EF20D-5821-4F54-BD14-AB7D16330F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71535" y="-6437"/>
            <a:ext cx="6400800" cy="6864437"/>
            <a:chOff x="5171535" y="-6437"/>
            <a:chExt cx="6400800" cy="6864437"/>
          </a:xfrm>
        </p:grpSpPr>
        <p:cxnSp>
          <p:nvCxnSpPr>
            <p:cNvPr id="49" name="Straight Connector 48">
              <a:extLst>
                <a:ext uri="{FF2B5EF4-FFF2-40B4-BE49-F238E27FC236}">
                  <a16:creationId xmlns:a16="http://schemas.microsoft.com/office/drawing/2014/main" id="{658C3964-BF34-4211-835A-24B827B779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71535" y="581337"/>
              <a:ext cx="64008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C498194-83A5-4CCE-AA0B-12C3FE68EE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71535" y="6276734"/>
              <a:ext cx="64008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B125AC6-B711-4F7C-B0D2-8369A8D671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V="1">
              <a:off x="5171535" y="0"/>
              <a:ext cx="0" cy="685800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543B8FC-DC9A-4AC0-BF25-85AF5B4944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60990" y="-6437"/>
              <a:ext cx="5783" cy="685800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6" name="Content Placeholder 5" descr="A person with a mustache&#10;&#10;Description automatically generated">
            <a:extLst>
              <a:ext uri="{FF2B5EF4-FFF2-40B4-BE49-F238E27FC236}">
                <a16:creationId xmlns:a16="http://schemas.microsoft.com/office/drawing/2014/main" id="{0C7D085F-7AFE-8A9B-0361-25BA3F2BF10F}"/>
              </a:ext>
            </a:extLst>
          </p:cNvPr>
          <p:cNvPicPr>
            <a:picLocks noGrp="1" noChangeAspect="1"/>
          </p:cNvPicPr>
          <p:nvPr>
            <p:ph idx="1"/>
          </p:nvPr>
        </p:nvPicPr>
        <p:blipFill>
          <a:blip r:embed="rId2"/>
          <a:stretch>
            <a:fillRect/>
          </a:stretch>
        </p:blipFill>
        <p:spPr>
          <a:xfrm>
            <a:off x="5497075" y="1527597"/>
            <a:ext cx="5714598" cy="3802805"/>
          </a:xfrm>
          <a:prstGeom prst="rect">
            <a:avLst/>
          </a:prstGeom>
        </p:spPr>
      </p:pic>
      <p:sp>
        <p:nvSpPr>
          <p:cNvPr id="4" name="Slide Number Placeholder 3">
            <a:extLst>
              <a:ext uri="{FF2B5EF4-FFF2-40B4-BE49-F238E27FC236}">
                <a16:creationId xmlns:a16="http://schemas.microsoft.com/office/drawing/2014/main" id="{550430BD-5254-2CED-740E-E1A9E8662CD1}"/>
              </a:ext>
            </a:extLst>
          </p:cNvPr>
          <p:cNvSpPr>
            <a:spLocks noGrp="1"/>
          </p:cNvSpPr>
          <p:nvPr>
            <p:ph type="sldNum" sz="quarter" idx="12"/>
          </p:nvPr>
        </p:nvSpPr>
        <p:spPr>
          <a:xfrm>
            <a:off x="11563467" y="3246434"/>
            <a:ext cx="628533" cy="365125"/>
          </a:xfrm>
        </p:spPr>
        <p:txBody>
          <a:bodyPr vert="horz" lIns="91440" tIns="45720" rIns="91440" bIns="45720" rtlCol="0" anchor="ctr">
            <a:normAutofit/>
          </a:bodyPr>
          <a:lstStyle/>
          <a:p>
            <a:pPr>
              <a:spcAft>
                <a:spcPts val="600"/>
              </a:spcAft>
            </a:pPr>
            <a:fld id="{273BAE12-D270-459D-897B-6833652BB167}" type="slidenum">
              <a:rPr lang="en-US" smtClean="0"/>
              <a:pPr>
                <a:spcAft>
                  <a:spcPts val="600"/>
                </a:spcAft>
              </a:pPr>
              <a:t>4</a:t>
            </a:fld>
            <a:endParaRPr lang="en-US"/>
          </a:p>
        </p:txBody>
      </p:sp>
    </p:spTree>
    <p:extLst>
      <p:ext uri="{BB962C8B-B14F-4D97-AF65-F5344CB8AC3E}">
        <p14:creationId xmlns:p14="http://schemas.microsoft.com/office/powerpoint/2010/main" val="2027839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62E0F97-3B68-4A9A-81FD-184E8051D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A9C0995-256A-4F90-97D6-FB8958A5D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B9F24C8-BB5B-E25B-4CEA-265BDFE788C6}"/>
              </a:ext>
            </a:extLst>
          </p:cNvPr>
          <p:cNvSpPr>
            <a:spLocks noGrp="1"/>
          </p:cNvSpPr>
          <p:nvPr>
            <p:ph type="title"/>
          </p:nvPr>
        </p:nvSpPr>
        <p:spPr>
          <a:xfrm>
            <a:off x="838201" y="581336"/>
            <a:ext cx="4076910" cy="5695389"/>
          </a:xfrm>
        </p:spPr>
        <p:txBody>
          <a:bodyPr anchor="ctr">
            <a:normAutofit/>
          </a:bodyPr>
          <a:lstStyle/>
          <a:p>
            <a:r>
              <a:rPr lang="en-IT" sz="5200" dirty="0"/>
              <a:t>Quali conoscenze dovrebbero possedere tali agenti?</a:t>
            </a:r>
          </a:p>
        </p:txBody>
      </p:sp>
      <p:grpSp>
        <p:nvGrpSpPr>
          <p:cNvPr id="48" name="Group 47">
            <a:extLst>
              <a:ext uri="{FF2B5EF4-FFF2-40B4-BE49-F238E27FC236}">
                <a16:creationId xmlns:a16="http://schemas.microsoft.com/office/drawing/2014/main" id="{2C500373-6BCD-49C7-86D2-7DC695C43C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71535" y="-6437"/>
            <a:ext cx="6400800" cy="6864437"/>
            <a:chOff x="5171535" y="-6437"/>
            <a:chExt cx="6400800" cy="6864437"/>
          </a:xfrm>
        </p:grpSpPr>
        <p:cxnSp>
          <p:nvCxnSpPr>
            <p:cNvPr id="49" name="Straight Connector 48">
              <a:extLst>
                <a:ext uri="{FF2B5EF4-FFF2-40B4-BE49-F238E27FC236}">
                  <a16:creationId xmlns:a16="http://schemas.microsoft.com/office/drawing/2014/main" id="{4C05CF5C-D74E-48AF-AAE5-61AEFB2C77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71535" y="567246"/>
              <a:ext cx="64008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5A6A4E3-DB84-4A86-933F-10273F0AEE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71535" y="6262643"/>
              <a:ext cx="64008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3928F34-C1F4-426C-A393-E2052F48D4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71535" y="0"/>
              <a:ext cx="5783" cy="685800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990DE79-7D3C-40C4-926C-026AE2773C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60990" y="-6437"/>
              <a:ext cx="5783" cy="685800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a:extLst>
              <a:ext uri="{FF2B5EF4-FFF2-40B4-BE49-F238E27FC236}">
                <a16:creationId xmlns:a16="http://schemas.microsoft.com/office/drawing/2014/main" id="{9F93ED4C-530A-712B-BB78-49D6CAD76794}"/>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smtClean="0"/>
              <a:pPr>
                <a:spcAft>
                  <a:spcPts val="600"/>
                </a:spcAft>
              </a:pPr>
              <a:t>5</a:t>
            </a:fld>
            <a:endParaRPr lang="en-US"/>
          </a:p>
        </p:txBody>
      </p:sp>
      <p:graphicFrame>
        <p:nvGraphicFramePr>
          <p:cNvPr id="6" name="Content Placeholder 2">
            <a:extLst>
              <a:ext uri="{FF2B5EF4-FFF2-40B4-BE49-F238E27FC236}">
                <a16:creationId xmlns:a16="http://schemas.microsoft.com/office/drawing/2014/main" id="{1AFE5414-6DC4-D002-533E-1753F9DFD302}"/>
              </a:ext>
            </a:extLst>
          </p:cNvPr>
          <p:cNvGraphicFramePr>
            <a:graphicFrameLocks noGrp="1"/>
          </p:cNvGraphicFramePr>
          <p:nvPr>
            <p:ph idx="1"/>
            <p:extLst>
              <p:ext uri="{D42A27DB-BD31-4B8C-83A1-F6EECF244321}">
                <p14:modId xmlns:p14="http://schemas.microsoft.com/office/powerpoint/2010/main" val="1898047731"/>
              </p:ext>
            </p:extLst>
          </p:nvPr>
        </p:nvGraphicFramePr>
        <p:xfrm>
          <a:off x="5461176" y="788282"/>
          <a:ext cx="5826934" cy="5297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5898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9AD101-BC08-433A-AD99-409B66C2D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E788242-4E16-4277-AC99-8601B722B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298EAF-1019-D473-D56A-E24A45007D49}"/>
              </a:ext>
            </a:extLst>
          </p:cNvPr>
          <p:cNvSpPr>
            <a:spLocks noGrp="1"/>
          </p:cNvSpPr>
          <p:nvPr>
            <p:ph type="title"/>
          </p:nvPr>
        </p:nvSpPr>
        <p:spPr>
          <a:xfrm>
            <a:off x="838200" y="727323"/>
            <a:ext cx="3798436" cy="1914277"/>
          </a:xfrm>
        </p:spPr>
        <p:txBody>
          <a:bodyPr anchor="b">
            <a:normAutofit/>
          </a:bodyPr>
          <a:lstStyle/>
          <a:p>
            <a:r>
              <a:rPr lang="en-IT" dirty="0"/>
              <a:t>Breve storia (1)</a:t>
            </a:r>
          </a:p>
        </p:txBody>
      </p:sp>
      <p:sp>
        <p:nvSpPr>
          <p:cNvPr id="3" name="Content Placeholder 2">
            <a:extLst>
              <a:ext uri="{FF2B5EF4-FFF2-40B4-BE49-F238E27FC236}">
                <a16:creationId xmlns:a16="http://schemas.microsoft.com/office/drawing/2014/main" id="{8B4A162C-7C61-EA12-DA8D-F2B5CAC10980}"/>
              </a:ext>
            </a:extLst>
          </p:cNvPr>
          <p:cNvSpPr>
            <a:spLocks noGrp="1"/>
          </p:cNvSpPr>
          <p:nvPr>
            <p:ph idx="1"/>
          </p:nvPr>
        </p:nvSpPr>
        <p:spPr>
          <a:xfrm>
            <a:off x="838200" y="2788920"/>
            <a:ext cx="3798436" cy="3388042"/>
          </a:xfrm>
        </p:spPr>
        <p:txBody>
          <a:bodyPr>
            <a:normAutofit/>
          </a:bodyPr>
          <a:lstStyle/>
          <a:p>
            <a:pPr marL="0" indent="0">
              <a:buNone/>
            </a:pPr>
            <a:r>
              <a:rPr lang="en-GB" dirty="0">
                <a:effectLst/>
                <a:latin typeface="Helvetica Neue" panose="02000503000000020004" pitchFamily="2" charset="0"/>
              </a:rPr>
              <a:t>Il </a:t>
            </a:r>
            <a:r>
              <a:rPr lang="en-GB" dirty="0" err="1">
                <a:effectLst/>
                <a:latin typeface="Helvetica Neue" panose="02000503000000020004" pitchFamily="2" charset="0"/>
              </a:rPr>
              <a:t>compito</a:t>
            </a:r>
            <a:r>
              <a:rPr lang="en-GB" dirty="0">
                <a:effectLst/>
                <a:latin typeface="Helvetica Neue" panose="02000503000000020004" pitchFamily="2" charset="0"/>
              </a:rPr>
              <a:t> di </a:t>
            </a:r>
            <a:r>
              <a:rPr lang="en-GB" dirty="0" err="1">
                <a:effectLst/>
                <a:latin typeface="Helvetica Neue" panose="02000503000000020004" pitchFamily="2" charset="0"/>
              </a:rPr>
              <a:t>modellare</a:t>
            </a:r>
            <a:r>
              <a:rPr lang="en-GB" dirty="0">
                <a:effectLst/>
                <a:latin typeface="Helvetica Neue" panose="02000503000000020004" pitchFamily="2" charset="0"/>
              </a:rPr>
              <a:t> il </a:t>
            </a:r>
            <a:r>
              <a:rPr lang="en-GB" dirty="0" err="1">
                <a:effectLst/>
                <a:latin typeface="Helvetica Neue" panose="02000503000000020004" pitchFamily="2" charset="0"/>
              </a:rPr>
              <a:t>meccanismo</a:t>
            </a:r>
            <a:r>
              <a:rPr lang="en-GB" dirty="0">
                <a:effectLst/>
                <a:latin typeface="Helvetica Neue" panose="02000503000000020004" pitchFamily="2" charset="0"/>
              </a:rPr>
              <a:t> </a:t>
            </a:r>
            <a:r>
              <a:rPr lang="en-GB" dirty="0" err="1">
                <a:effectLst/>
                <a:latin typeface="Helvetica Neue" panose="02000503000000020004" pitchFamily="2" charset="0"/>
              </a:rPr>
              <a:t>della</a:t>
            </a:r>
            <a:r>
              <a:rPr lang="en-GB" dirty="0">
                <a:effectLst/>
                <a:latin typeface="Helvetica Neue" panose="02000503000000020004" pitchFamily="2" charset="0"/>
              </a:rPr>
              <a:t> </a:t>
            </a:r>
            <a:r>
              <a:rPr lang="en-GB" dirty="0" err="1">
                <a:effectLst/>
                <a:latin typeface="Helvetica Neue" panose="02000503000000020004" pitchFamily="2" charset="0"/>
              </a:rPr>
              <a:t>comunicazione</a:t>
            </a:r>
            <a:r>
              <a:rPr lang="en-GB" dirty="0">
                <a:effectLst/>
                <a:latin typeface="Helvetica Neue" panose="02000503000000020004" pitchFamily="2" charset="0"/>
              </a:rPr>
              <a:t> </a:t>
            </a:r>
            <a:r>
              <a:rPr lang="en-GB" dirty="0" err="1">
                <a:effectLst/>
                <a:latin typeface="Helvetica Neue" panose="02000503000000020004" pitchFamily="2" charset="0"/>
              </a:rPr>
              <a:t>naturale</a:t>
            </a:r>
            <a:r>
              <a:rPr lang="en-GB" dirty="0">
                <a:effectLst/>
                <a:latin typeface="Helvetica Neue" panose="02000503000000020004" pitchFamily="2" charset="0"/>
              </a:rPr>
              <a:t> </a:t>
            </a:r>
            <a:r>
              <a:rPr lang="en-GB" dirty="0" err="1">
                <a:effectLst/>
                <a:latin typeface="Helvetica Neue" panose="02000503000000020004" pitchFamily="2" charset="0"/>
              </a:rPr>
              <a:t>sul</a:t>
            </a:r>
            <a:r>
              <a:rPr lang="en-GB" dirty="0">
                <a:effectLst/>
                <a:latin typeface="Helvetica Neue" panose="02000503000000020004" pitchFamily="2" charset="0"/>
              </a:rPr>
              <a:t> computer fu </a:t>
            </a:r>
            <a:r>
              <a:rPr lang="en-GB" dirty="0" err="1">
                <a:effectLst/>
                <a:latin typeface="Helvetica Neue" panose="02000503000000020004" pitchFamily="2" charset="0"/>
              </a:rPr>
              <a:t>descritto</a:t>
            </a:r>
            <a:r>
              <a:rPr lang="en-GB" dirty="0">
                <a:effectLst/>
                <a:latin typeface="Helvetica Neue" panose="02000503000000020004" pitchFamily="2" charset="0"/>
              </a:rPr>
              <a:t> </a:t>
            </a:r>
            <a:r>
              <a:rPr lang="en-GB" dirty="0" err="1">
                <a:effectLst/>
                <a:latin typeface="Helvetica Neue" panose="02000503000000020004" pitchFamily="2" charset="0"/>
              </a:rPr>
              <a:t>nel</a:t>
            </a:r>
            <a:r>
              <a:rPr lang="en-GB" dirty="0">
                <a:effectLst/>
                <a:latin typeface="Helvetica Neue" panose="02000503000000020004" pitchFamily="2" charset="0"/>
              </a:rPr>
              <a:t> 1950 da </a:t>
            </a:r>
            <a:r>
              <a:rPr lang="en-GB" b="1" dirty="0">
                <a:effectLst/>
                <a:latin typeface="Helvetica Neue" panose="02000503000000020004" pitchFamily="2" charset="0"/>
              </a:rPr>
              <a:t>Alan Turing </a:t>
            </a:r>
            <a:r>
              <a:rPr lang="en-GB" dirty="0">
                <a:effectLst/>
                <a:latin typeface="Helvetica Neue" panose="02000503000000020004" pitchFamily="2" charset="0"/>
              </a:rPr>
              <a:t>(1912–1954) sotto forma di «</a:t>
            </a:r>
            <a:r>
              <a:rPr lang="en-GB" b="1" dirty="0" err="1">
                <a:effectLst/>
                <a:latin typeface="Helvetica Neue" panose="02000503000000020004" pitchFamily="2" charset="0"/>
              </a:rPr>
              <a:t>gioco</a:t>
            </a:r>
            <a:r>
              <a:rPr lang="en-GB" b="1" dirty="0">
                <a:effectLst/>
                <a:latin typeface="Helvetica Neue" panose="02000503000000020004" pitchFamily="2" charset="0"/>
              </a:rPr>
              <a:t> di </a:t>
            </a:r>
            <a:r>
              <a:rPr lang="en-GB" b="1" dirty="0" err="1">
                <a:effectLst/>
                <a:latin typeface="Helvetica Neue" panose="02000503000000020004" pitchFamily="2" charset="0"/>
              </a:rPr>
              <a:t>imitazione</a:t>
            </a:r>
            <a:r>
              <a:rPr lang="en-GB" dirty="0">
                <a:effectLst/>
                <a:latin typeface="Helvetica Neue" panose="02000503000000020004" pitchFamily="2" charset="0"/>
              </a:rPr>
              <a:t>» </a:t>
            </a:r>
            <a:r>
              <a:rPr lang="en-GB" dirty="0" err="1">
                <a:effectLst/>
                <a:latin typeface="Helvetica Neue" panose="02000503000000020004" pitchFamily="2" charset="0"/>
              </a:rPr>
              <a:t>conosciuto</a:t>
            </a:r>
            <a:r>
              <a:rPr lang="en-GB" dirty="0">
                <a:effectLst/>
                <a:latin typeface="Helvetica Neue" panose="02000503000000020004" pitchFamily="2" charset="0"/>
              </a:rPr>
              <a:t> </a:t>
            </a:r>
            <a:r>
              <a:rPr lang="en-GB" dirty="0" err="1">
                <a:effectLst/>
                <a:latin typeface="Helvetica Neue" panose="02000503000000020004" pitchFamily="2" charset="0"/>
              </a:rPr>
              <a:t>oggi</a:t>
            </a:r>
            <a:r>
              <a:rPr lang="en-GB" dirty="0">
                <a:effectLst/>
                <a:latin typeface="Helvetica Neue" panose="02000503000000020004" pitchFamily="2" charset="0"/>
              </a:rPr>
              <a:t> come il </a:t>
            </a:r>
            <a:r>
              <a:rPr lang="en-GB" b="1" dirty="0">
                <a:effectLst/>
                <a:latin typeface="Helvetica Neue" panose="02000503000000020004" pitchFamily="2" charset="0"/>
              </a:rPr>
              <a:t>test di Turing</a:t>
            </a:r>
            <a:r>
              <a:rPr lang="en-GB" dirty="0">
                <a:effectLst/>
                <a:latin typeface="Helvetica Neue" panose="02000503000000020004" pitchFamily="2" charset="0"/>
              </a:rPr>
              <a:t>.</a:t>
            </a:r>
          </a:p>
          <a:p>
            <a:endParaRPr lang="en-IT" dirty="0"/>
          </a:p>
        </p:txBody>
      </p:sp>
      <p:grpSp>
        <p:nvGrpSpPr>
          <p:cNvPr id="15" name="Group 14">
            <a:extLst>
              <a:ext uri="{FF2B5EF4-FFF2-40B4-BE49-F238E27FC236}">
                <a16:creationId xmlns:a16="http://schemas.microsoft.com/office/drawing/2014/main" id="{87CB8D36-9DE0-44D4-B67A-16D4F21213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67689" y="-6437"/>
            <a:ext cx="6399627" cy="6864437"/>
            <a:chOff x="5167689" y="-6437"/>
            <a:chExt cx="6399627" cy="6864437"/>
          </a:xfrm>
        </p:grpSpPr>
        <p:cxnSp>
          <p:nvCxnSpPr>
            <p:cNvPr id="16" name="Straight Connector 15">
              <a:extLst>
                <a:ext uri="{FF2B5EF4-FFF2-40B4-BE49-F238E27FC236}">
                  <a16:creationId xmlns:a16="http://schemas.microsoft.com/office/drawing/2014/main" id="{43B47A15-9292-4357-AA25-E187AC166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67689" y="0"/>
              <a:ext cx="5783" cy="685800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266E215-42AC-4D6A-A37F-B0C2E2FB99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60990" y="-6437"/>
              <a:ext cx="5783" cy="685800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DC49225-8670-4B30-BEA8-3CDE3C6DD4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67689" y="581337"/>
              <a:ext cx="6399627"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12D652B-23A7-429E-A3E1-62ABA17B8B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67689" y="6276734"/>
              <a:ext cx="6399627"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6" name="Picture 5" descr="A person in a suit and tie&#10;&#10;Description automatically generated">
            <a:extLst>
              <a:ext uri="{FF2B5EF4-FFF2-40B4-BE49-F238E27FC236}">
                <a16:creationId xmlns:a16="http://schemas.microsoft.com/office/drawing/2014/main" id="{E41266CA-FE7A-2D13-EEC1-C75B4189436A}"/>
              </a:ext>
            </a:extLst>
          </p:cNvPr>
          <p:cNvPicPr>
            <a:picLocks noChangeAspect="1"/>
          </p:cNvPicPr>
          <p:nvPr/>
        </p:nvPicPr>
        <p:blipFill>
          <a:blip r:embed="rId2"/>
          <a:stretch>
            <a:fillRect/>
          </a:stretch>
        </p:blipFill>
        <p:spPr>
          <a:xfrm>
            <a:off x="5911006" y="914436"/>
            <a:ext cx="4953762" cy="5029200"/>
          </a:xfrm>
          <a:prstGeom prst="rect">
            <a:avLst/>
          </a:prstGeom>
        </p:spPr>
      </p:pic>
      <p:sp>
        <p:nvSpPr>
          <p:cNvPr id="4" name="Slide Number Placeholder 3">
            <a:extLst>
              <a:ext uri="{FF2B5EF4-FFF2-40B4-BE49-F238E27FC236}">
                <a16:creationId xmlns:a16="http://schemas.microsoft.com/office/drawing/2014/main" id="{EF86B82F-AB8C-6C26-E6F1-95758BA03B31}"/>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smtClean="0"/>
              <a:pPr>
                <a:spcAft>
                  <a:spcPts val="600"/>
                </a:spcAft>
              </a:pPr>
              <a:t>6</a:t>
            </a:fld>
            <a:endParaRPr lang="en-US"/>
          </a:p>
        </p:txBody>
      </p:sp>
    </p:spTree>
    <p:extLst>
      <p:ext uri="{BB962C8B-B14F-4D97-AF65-F5344CB8AC3E}">
        <p14:creationId xmlns:p14="http://schemas.microsoft.com/office/powerpoint/2010/main" val="2344429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10C978-51B5-420C-9A05-C8F194E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 y="-597"/>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8D34D1C-4E49-4D32-96F1-E49CEBBF8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4E94C6EB-0BD0-4926-909B-CE0EFF459E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7" y="-1"/>
            <a:ext cx="12195239" cy="6857996"/>
            <a:chOff x="1667" y="-1"/>
            <a:chExt cx="12195239" cy="6857996"/>
          </a:xfrm>
        </p:grpSpPr>
        <p:cxnSp>
          <p:nvCxnSpPr>
            <p:cNvPr id="14" name="Straight Connector 13">
              <a:extLst>
                <a:ext uri="{FF2B5EF4-FFF2-40B4-BE49-F238E27FC236}">
                  <a16:creationId xmlns:a16="http://schemas.microsoft.com/office/drawing/2014/main" id="{FD8D9AC5-1A8B-4F43-99E1-1D51CFFCF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249B524-B22D-40A1-81F7-459441A7E2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06"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CCE87E-3564-469A-9A46-F794A0F940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4C96A98-5EF6-4542-9FA4-86B1D2651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Graphic 33">
              <a:extLst>
                <a:ext uri="{FF2B5EF4-FFF2-40B4-BE49-F238E27FC236}">
                  <a16:creationId xmlns:a16="http://schemas.microsoft.com/office/drawing/2014/main" id="{3BF088B1-D6D6-4925-9B48-5098FF09D0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sp>
          <p:nvSpPr>
            <p:cNvPr id="19" name="Graphic 33">
              <a:extLst>
                <a:ext uri="{FF2B5EF4-FFF2-40B4-BE49-F238E27FC236}">
                  <a16:creationId xmlns:a16="http://schemas.microsoft.com/office/drawing/2014/main" id="{6FA7DFD7-863A-4016-A231-DCB28B20D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E65730C-DF10-03F4-CBF5-945D5FC99F03}"/>
              </a:ext>
            </a:extLst>
          </p:cNvPr>
          <p:cNvSpPr>
            <a:spLocks noGrp="1"/>
          </p:cNvSpPr>
          <p:nvPr>
            <p:ph type="title"/>
          </p:nvPr>
        </p:nvSpPr>
        <p:spPr>
          <a:xfrm>
            <a:off x="838200" y="827727"/>
            <a:ext cx="8648158" cy="1495887"/>
          </a:xfrm>
        </p:spPr>
        <p:txBody>
          <a:bodyPr>
            <a:normAutofit/>
          </a:bodyPr>
          <a:lstStyle/>
          <a:p>
            <a:r>
              <a:rPr lang="en-IT" dirty="0"/>
              <a:t>Breve storia (2)</a:t>
            </a:r>
            <a:br>
              <a:rPr lang="en-IT" dirty="0"/>
            </a:br>
            <a:r>
              <a:rPr lang="en-IT" dirty="0"/>
              <a:t>Il test di Turing</a:t>
            </a:r>
          </a:p>
        </p:txBody>
      </p:sp>
      <p:sp>
        <p:nvSpPr>
          <p:cNvPr id="3" name="Content Placeholder 2">
            <a:extLst>
              <a:ext uri="{FF2B5EF4-FFF2-40B4-BE49-F238E27FC236}">
                <a16:creationId xmlns:a16="http://schemas.microsoft.com/office/drawing/2014/main" id="{1F4B0A79-8CFC-DF88-A33F-0D536FCB9DFC}"/>
              </a:ext>
            </a:extLst>
          </p:cNvPr>
          <p:cNvSpPr>
            <a:spLocks noGrp="1"/>
          </p:cNvSpPr>
          <p:nvPr>
            <p:ph idx="1"/>
          </p:nvPr>
        </p:nvSpPr>
        <p:spPr>
          <a:xfrm>
            <a:off x="838200" y="2434196"/>
            <a:ext cx="8648158" cy="3430575"/>
          </a:xfrm>
        </p:spPr>
        <p:txBody>
          <a:bodyPr>
            <a:normAutofit/>
          </a:bodyPr>
          <a:lstStyle/>
          <a:p>
            <a:pPr>
              <a:lnSpc>
                <a:spcPct val="100000"/>
              </a:lnSpc>
            </a:pPr>
            <a:r>
              <a:rPr lang="en-GB" sz="1300" dirty="0">
                <a:effectLst/>
                <a:latin typeface="Helvetica Neue" panose="02000503000000020004" pitchFamily="2" charset="0"/>
              </a:rPr>
              <a:t>In </a:t>
            </a:r>
            <a:r>
              <a:rPr lang="en-GB" sz="1300" dirty="0" err="1">
                <a:effectLst/>
                <a:latin typeface="Helvetica Neue" panose="02000503000000020004" pitchFamily="2" charset="0"/>
              </a:rPr>
              <a:t>questo</a:t>
            </a:r>
            <a:r>
              <a:rPr lang="en-GB" sz="1300" dirty="0">
                <a:effectLst/>
                <a:latin typeface="Helvetica Neue" panose="02000503000000020004" pitchFamily="2" charset="0"/>
              </a:rPr>
              <a:t> </a:t>
            </a:r>
            <a:r>
              <a:rPr lang="en-GB" sz="1300" dirty="0" err="1">
                <a:effectLst/>
                <a:latin typeface="Helvetica Neue" panose="02000503000000020004" pitchFamily="2" charset="0"/>
              </a:rPr>
              <a:t>gioco</a:t>
            </a:r>
            <a:r>
              <a:rPr lang="en-GB" sz="1300" dirty="0">
                <a:effectLst/>
                <a:latin typeface="Helvetica Neue" panose="02000503000000020004" pitchFamily="2" charset="0"/>
              </a:rPr>
              <a:t>, a un </a:t>
            </a:r>
            <a:r>
              <a:rPr lang="en-GB" sz="1300" dirty="0" err="1">
                <a:effectLst/>
                <a:latin typeface="Helvetica Neue" panose="02000503000000020004" pitchFamily="2" charset="0"/>
              </a:rPr>
              <a:t>interrogatore</a:t>
            </a:r>
            <a:r>
              <a:rPr lang="en-GB" sz="1300" dirty="0">
                <a:effectLst/>
                <a:latin typeface="Helvetica Neue" panose="02000503000000020004" pitchFamily="2" charset="0"/>
              </a:rPr>
              <a:t> </a:t>
            </a:r>
            <a:r>
              <a:rPr lang="en-GB" sz="1300" dirty="0" err="1">
                <a:effectLst/>
                <a:latin typeface="Helvetica Neue" panose="02000503000000020004" pitchFamily="2" charset="0"/>
              </a:rPr>
              <a:t>umano</a:t>
            </a:r>
            <a:r>
              <a:rPr lang="en-GB" sz="1300" dirty="0">
                <a:effectLst/>
                <a:latin typeface="Helvetica Neue" panose="02000503000000020004" pitchFamily="2" charset="0"/>
              </a:rPr>
              <a:t> </a:t>
            </a:r>
            <a:r>
              <a:rPr lang="en-GB" sz="1300" dirty="0" err="1">
                <a:effectLst/>
                <a:latin typeface="Helvetica Neue" panose="02000503000000020004" pitchFamily="2" charset="0"/>
              </a:rPr>
              <a:t>viene</a:t>
            </a:r>
            <a:r>
              <a:rPr lang="en-GB" sz="1300" dirty="0">
                <a:effectLst/>
                <a:latin typeface="Helvetica Neue" panose="02000503000000020004" pitchFamily="2" charset="0"/>
              </a:rPr>
              <a:t> </a:t>
            </a:r>
            <a:r>
              <a:rPr lang="en-GB" sz="1300" dirty="0" err="1">
                <a:effectLst/>
                <a:latin typeface="Helvetica Neue" panose="02000503000000020004" pitchFamily="2" charset="0"/>
              </a:rPr>
              <a:t>chiesto</a:t>
            </a:r>
            <a:r>
              <a:rPr lang="en-GB" sz="1300" dirty="0">
                <a:effectLst/>
                <a:latin typeface="Helvetica Neue" panose="02000503000000020004" pitchFamily="2" charset="0"/>
              </a:rPr>
              <a:t> di fare </a:t>
            </a:r>
            <a:r>
              <a:rPr lang="en-GB" sz="1300" dirty="0" err="1">
                <a:effectLst/>
                <a:latin typeface="Helvetica Neue" panose="02000503000000020004" pitchFamily="2" charset="0"/>
              </a:rPr>
              <a:t>domande</a:t>
            </a:r>
            <a:r>
              <a:rPr lang="en-GB" sz="1300" dirty="0">
                <a:effectLst/>
                <a:latin typeface="Helvetica Neue" panose="02000503000000020004" pitchFamily="2" charset="0"/>
              </a:rPr>
              <a:t> un partner </a:t>
            </a:r>
            <a:r>
              <a:rPr lang="en-GB" sz="1300" dirty="0" err="1">
                <a:effectLst/>
                <a:latin typeface="Helvetica Neue" panose="02000503000000020004" pitchFamily="2" charset="0"/>
              </a:rPr>
              <a:t>maschio</a:t>
            </a:r>
            <a:r>
              <a:rPr lang="en-GB" sz="1300" dirty="0">
                <a:effectLst/>
                <a:latin typeface="Helvetica Neue" panose="02000503000000020004" pitchFamily="2" charset="0"/>
              </a:rPr>
              <a:t> e </a:t>
            </a:r>
            <a:r>
              <a:rPr lang="en-GB" sz="1300" dirty="0" err="1">
                <a:effectLst/>
                <a:latin typeface="Helvetica Neue" panose="02000503000000020004" pitchFamily="2" charset="0"/>
              </a:rPr>
              <a:t>una</a:t>
            </a:r>
            <a:r>
              <a:rPr lang="en-GB" sz="1300" dirty="0">
                <a:effectLst/>
                <a:latin typeface="Helvetica Neue" panose="02000503000000020004" pitchFamily="2" charset="0"/>
              </a:rPr>
              <a:t> </a:t>
            </a:r>
            <a:r>
              <a:rPr lang="en-GB" sz="1300" dirty="0" err="1">
                <a:effectLst/>
                <a:latin typeface="Helvetica Neue" panose="02000503000000020004" pitchFamily="2" charset="0"/>
              </a:rPr>
              <a:t>femmina</a:t>
            </a:r>
            <a:r>
              <a:rPr lang="en-GB" sz="1300" dirty="0">
                <a:effectLst/>
                <a:latin typeface="Helvetica Neue" panose="02000503000000020004" pitchFamily="2" charset="0"/>
              </a:rPr>
              <a:t> in </a:t>
            </a:r>
            <a:r>
              <a:rPr lang="en-GB" sz="1300" dirty="0" err="1">
                <a:effectLst/>
                <a:latin typeface="Helvetica Neue" panose="02000503000000020004" pitchFamily="2" charset="0"/>
              </a:rPr>
              <a:t>un'altra</a:t>
            </a:r>
            <a:r>
              <a:rPr lang="en-GB" sz="1300" dirty="0">
                <a:effectLst/>
                <a:latin typeface="Helvetica Neue" panose="02000503000000020004" pitchFamily="2" charset="0"/>
              </a:rPr>
              <a:t> stanza </a:t>
            </a:r>
            <a:r>
              <a:rPr lang="en-GB" sz="1300" dirty="0" err="1">
                <a:effectLst/>
                <a:latin typeface="Helvetica Neue" panose="02000503000000020004" pitchFamily="2" charset="0"/>
              </a:rPr>
              <a:t>tramite</a:t>
            </a:r>
            <a:r>
              <a:rPr lang="en-GB" sz="1300" dirty="0">
                <a:effectLst/>
                <a:latin typeface="Helvetica Neue" panose="02000503000000020004" pitchFamily="2" charset="0"/>
              </a:rPr>
              <a:t> </a:t>
            </a:r>
            <a:r>
              <a:rPr lang="en-GB" sz="1300" dirty="0" err="1">
                <a:effectLst/>
                <a:latin typeface="Helvetica Neue" panose="02000503000000020004" pitchFamily="2" charset="0"/>
              </a:rPr>
              <a:t>una</a:t>
            </a:r>
            <a:r>
              <a:rPr lang="en-GB" sz="1300" dirty="0">
                <a:effectLst/>
                <a:latin typeface="Helvetica Neue" panose="02000503000000020004" pitchFamily="2" charset="0"/>
              </a:rPr>
              <a:t> </a:t>
            </a:r>
            <a:r>
              <a:rPr lang="en-GB" sz="1300" dirty="0" err="1">
                <a:effectLst/>
                <a:latin typeface="Helvetica Neue" panose="02000503000000020004" pitchFamily="2" charset="0"/>
              </a:rPr>
              <a:t>telescrivente</a:t>
            </a:r>
            <a:r>
              <a:rPr lang="en-GB" sz="1300" dirty="0">
                <a:effectLst/>
                <a:latin typeface="Helvetica Neue" panose="02000503000000020004" pitchFamily="2" charset="0"/>
              </a:rPr>
              <a:t> per </a:t>
            </a:r>
            <a:r>
              <a:rPr lang="en-GB" sz="1300" dirty="0" err="1">
                <a:effectLst/>
                <a:latin typeface="Helvetica Neue" panose="02000503000000020004" pitchFamily="2" charset="0"/>
              </a:rPr>
              <a:t>determinare</a:t>
            </a:r>
            <a:r>
              <a:rPr lang="en-GB" sz="1300" dirty="0">
                <a:effectLst/>
                <a:latin typeface="Helvetica Neue" panose="02000503000000020004" pitchFamily="2" charset="0"/>
              </a:rPr>
              <a:t> quale </a:t>
            </a:r>
            <a:r>
              <a:rPr lang="en-GB" sz="1300" dirty="0" err="1">
                <a:effectLst/>
                <a:latin typeface="Helvetica Neue" panose="02000503000000020004" pitchFamily="2" charset="0"/>
              </a:rPr>
              <a:t>risposta</a:t>
            </a:r>
            <a:r>
              <a:rPr lang="en-GB" sz="1300" dirty="0">
                <a:effectLst/>
                <a:latin typeface="Helvetica Neue" panose="02000503000000020004" pitchFamily="2" charset="0"/>
              </a:rPr>
              <a:t> </a:t>
            </a:r>
            <a:r>
              <a:rPr lang="en-GB" sz="1300" dirty="0" err="1">
                <a:effectLst/>
                <a:latin typeface="Helvetica Neue" panose="02000503000000020004" pitchFamily="2" charset="0"/>
              </a:rPr>
              <a:t>è</a:t>
            </a:r>
            <a:r>
              <a:rPr lang="en-GB" sz="1300" dirty="0">
                <a:effectLst/>
                <a:latin typeface="Helvetica Neue" panose="02000503000000020004" pitchFamily="2" charset="0"/>
              </a:rPr>
              <a:t> </a:t>
            </a:r>
            <a:r>
              <a:rPr lang="en-GB" sz="1300" dirty="0" err="1">
                <a:effectLst/>
                <a:latin typeface="Helvetica Neue" panose="02000503000000020004" pitchFamily="2" charset="0"/>
              </a:rPr>
              <a:t>stata</a:t>
            </a:r>
            <a:r>
              <a:rPr lang="en-GB" sz="1300" dirty="0">
                <a:effectLst/>
                <a:latin typeface="Helvetica Neue" panose="02000503000000020004" pitchFamily="2" charset="0"/>
              </a:rPr>
              <a:t> data </a:t>
            </a:r>
            <a:r>
              <a:rPr lang="en-GB" sz="1300" dirty="0" err="1">
                <a:effectLst/>
                <a:latin typeface="Helvetica Neue" panose="02000503000000020004" pitchFamily="2" charset="0"/>
              </a:rPr>
              <a:t>dall'uomo</a:t>
            </a:r>
            <a:r>
              <a:rPr lang="en-GB" sz="1300" dirty="0">
                <a:effectLst/>
                <a:latin typeface="Helvetica Neue" panose="02000503000000020004" pitchFamily="2" charset="0"/>
              </a:rPr>
              <a:t> e quale </a:t>
            </a:r>
            <a:r>
              <a:rPr lang="en-GB" sz="1300" dirty="0" err="1">
                <a:effectLst/>
                <a:latin typeface="Helvetica Neue" panose="02000503000000020004" pitchFamily="2" charset="0"/>
              </a:rPr>
              <a:t>dalla</a:t>
            </a:r>
            <a:r>
              <a:rPr lang="en-GB" sz="1300" dirty="0">
                <a:effectLst/>
                <a:latin typeface="Helvetica Neue" panose="02000503000000020004" pitchFamily="2" charset="0"/>
              </a:rPr>
              <a:t> donna. Le </a:t>
            </a:r>
            <a:r>
              <a:rPr lang="en-GB" sz="1300" dirty="0" err="1">
                <a:effectLst/>
                <a:latin typeface="Helvetica Neue" panose="02000503000000020004" pitchFamily="2" charset="0"/>
              </a:rPr>
              <a:t>persone</a:t>
            </a:r>
            <a:r>
              <a:rPr lang="en-GB" sz="1300" dirty="0">
                <a:effectLst/>
                <a:latin typeface="Helvetica Neue" panose="02000503000000020004" pitchFamily="2" charset="0"/>
              </a:rPr>
              <a:t> </a:t>
            </a:r>
            <a:r>
              <a:rPr lang="en-GB" sz="1300" dirty="0" err="1">
                <a:effectLst/>
                <a:latin typeface="Helvetica Neue" panose="02000503000000020004" pitchFamily="2" charset="0"/>
              </a:rPr>
              <a:t>che</a:t>
            </a:r>
            <a:r>
              <a:rPr lang="en-GB" sz="1300" dirty="0">
                <a:effectLst/>
                <a:latin typeface="Helvetica Neue" panose="02000503000000020004" pitchFamily="2" charset="0"/>
              </a:rPr>
              <a:t> </a:t>
            </a:r>
            <a:r>
              <a:rPr lang="en-GB" sz="1300" dirty="0" err="1">
                <a:effectLst/>
                <a:latin typeface="Helvetica Neue" panose="02000503000000020004" pitchFamily="2" charset="0"/>
              </a:rPr>
              <a:t>gestiscono</a:t>
            </a:r>
            <a:r>
              <a:rPr lang="en-GB" sz="1300" dirty="0">
                <a:effectLst/>
                <a:latin typeface="Helvetica Neue" panose="02000503000000020004" pitchFamily="2" charset="0"/>
              </a:rPr>
              <a:t> il test </a:t>
            </a:r>
            <a:r>
              <a:rPr lang="en-GB" sz="1300" dirty="0" err="1">
                <a:effectLst/>
                <a:latin typeface="Helvetica Neue" panose="02000503000000020004" pitchFamily="2" charset="0"/>
              </a:rPr>
              <a:t>contano</a:t>
            </a:r>
            <a:r>
              <a:rPr lang="en-GB" sz="1300" dirty="0">
                <a:effectLst/>
                <a:latin typeface="Helvetica Neue" panose="02000503000000020004" pitchFamily="2" charset="0"/>
              </a:rPr>
              <a:t> la </a:t>
            </a:r>
            <a:r>
              <a:rPr lang="en-GB" sz="1300" dirty="0" err="1">
                <a:effectLst/>
                <a:latin typeface="Helvetica Neue" panose="02000503000000020004" pitchFamily="2" charset="0"/>
              </a:rPr>
              <a:t>frequenza</a:t>
            </a:r>
            <a:r>
              <a:rPr lang="en-GB" sz="1300" dirty="0">
                <a:effectLst/>
                <a:latin typeface="Helvetica Neue" panose="02000503000000020004" pitchFamily="2" charset="0"/>
              </a:rPr>
              <a:t> con cui </a:t>
            </a:r>
            <a:r>
              <a:rPr lang="en-GB" sz="1300" dirty="0" err="1">
                <a:effectLst/>
                <a:latin typeface="Helvetica Neue" panose="02000503000000020004" pitchFamily="2" charset="0"/>
              </a:rPr>
              <a:t>l’interrogante</a:t>
            </a:r>
            <a:r>
              <a:rPr lang="en-GB" sz="1300" dirty="0">
                <a:effectLst/>
                <a:latin typeface="Helvetica Neue" panose="02000503000000020004" pitchFamily="2" charset="0"/>
              </a:rPr>
              <a:t> </a:t>
            </a:r>
            <a:r>
              <a:rPr lang="en-GB" sz="1300" dirty="0" err="1">
                <a:effectLst/>
                <a:latin typeface="Helvetica Neue" panose="02000503000000020004" pitchFamily="2" charset="0"/>
              </a:rPr>
              <a:t>classifica</a:t>
            </a:r>
            <a:r>
              <a:rPr lang="en-GB" sz="1300" dirty="0">
                <a:effectLst/>
                <a:latin typeface="Helvetica Neue" panose="02000503000000020004" pitchFamily="2" charset="0"/>
              </a:rPr>
              <a:t> </a:t>
            </a:r>
            <a:r>
              <a:rPr lang="en-GB" sz="1300" dirty="0" err="1">
                <a:effectLst/>
                <a:latin typeface="Helvetica Neue" panose="02000503000000020004" pitchFamily="2" charset="0"/>
              </a:rPr>
              <a:t>correttamente</a:t>
            </a:r>
            <a:r>
              <a:rPr lang="en-GB" sz="1300" dirty="0">
                <a:effectLst/>
                <a:latin typeface="Helvetica Neue" panose="02000503000000020004" pitchFamily="2" charset="0"/>
              </a:rPr>
              <a:t> </a:t>
            </a:r>
            <a:r>
              <a:rPr lang="en-GB" sz="1300" dirty="0" err="1">
                <a:effectLst/>
                <a:latin typeface="Helvetica Neue" panose="02000503000000020004" pitchFamily="2" charset="0"/>
              </a:rPr>
              <a:t>i</a:t>
            </a:r>
            <a:r>
              <a:rPr lang="en-GB" sz="1300" dirty="0">
                <a:effectLst/>
                <a:latin typeface="Helvetica Neue" panose="02000503000000020004" pitchFamily="2" charset="0"/>
              </a:rPr>
              <a:t> </a:t>
            </a:r>
            <a:r>
              <a:rPr lang="en-GB" sz="1300" dirty="0" err="1">
                <a:effectLst/>
                <a:latin typeface="Helvetica Neue" panose="02000503000000020004" pitchFamily="2" charset="0"/>
              </a:rPr>
              <a:t>suoi</a:t>
            </a:r>
            <a:r>
              <a:rPr lang="en-GB" sz="1300" dirty="0">
                <a:effectLst/>
                <a:latin typeface="Helvetica Neue" panose="02000503000000020004" pitchFamily="2" charset="0"/>
              </a:rPr>
              <a:t> partner di </a:t>
            </a:r>
            <a:r>
              <a:rPr lang="en-GB" sz="1300" dirty="0" err="1">
                <a:effectLst/>
                <a:latin typeface="Helvetica Neue" panose="02000503000000020004" pitchFamily="2" charset="0"/>
              </a:rPr>
              <a:t>comunicazione</a:t>
            </a:r>
            <a:r>
              <a:rPr lang="en-GB" sz="1300" dirty="0">
                <a:effectLst/>
                <a:latin typeface="Helvetica Neue" panose="02000503000000020004" pitchFamily="2" charset="0"/>
              </a:rPr>
              <a:t> e </a:t>
            </a:r>
            <a:r>
              <a:rPr lang="en-GB" sz="1300" dirty="0" err="1">
                <a:effectLst/>
                <a:latin typeface="Helvetica Neue" panose="02000503000000020004" pitchFamily="2" charset="0"/>
              </a:rPr>
              <a:t>quante</a:t>
            </a:r>
            <a:r>
              <a:rPr lang="en-GB" sz="1300" dirty="0">
                <a:effectLst/>
                <a:latin typeface="Helvetica Neue" panose="02000503000000020004" pitchFamily="2" charset="0"/>
              </a:rPr>
              <a:t> volte </a:t>
            </a:r>
            <a:r>
              <a:rPr lang="en-GB" sz="1300" dirty="0" err="1">
                <a:effectLst/>
                <a:latin typeface="Helvetica Neue" panose="02000503000000020004" pitchFamily="2" charset="0"/>
              </a:rPr>
              <a:t>sbaglia</a:t>
            </a:r>
            <a:r>
              <a:rPr lang="en-GB" sz="1300" dirty="0">
                <a:effectLst/>
                <a:latin typeface="Helvetica Neue" panose="02000503000000020004" pitchFamily="2" charset="0"/>
              </a:rPr>
              <a:t>.</a:t>
            </a:r>
          </a:p>
          <a:p>
            <a:pPr>
              <a:lnSpc>
                <a:spcPct val="100000"/>
              </a:lnSpc>
            </a:pPr>
            <a:r>
              <a:rPr lang="en-GB" sz="1300" dirty="0" err="1">
                <a:effectLst/>
                <a:latin typeface="Helvetica Neue" panose="02000503000000020004" pitchFamily="2" charset="0"/>
              </a:rPr>
              <a:t>Quindi</a:t>
            </a:r>
            <a:r>
              <a:rPr lang="en-GB" sz="1300" dirty="0">
                <a:effectLst/>
                <a:latin typeface="Helvetica Neue" panose="02000503000000020004" pitchFamily="2" charset="0"/>
              </a:rPr>
              <a:t> uno </a:t>
            </a:r>
            <a:r>
              <a:rPr lang="en-GB" sz="1300" dirty="0" err="1">
                <a:effectLst/>
                <a:latin typeface="Helvetica Neue" panose="02000503000000020004" pitchFamily="2" charset="0"/>
              </a:rPr>
              <a:t>dei</a:t>
            </a:r>
            <a:r>
              <a:rPr lang="en-GB" sz="1300" dirty="0">
                <a:effectLst/>
                <a:latin typeface="Helvetica Neue" panose="02000503000000020004" pitchFamily="2" charset="0"/>
              </a:rPr>
              <a:t> due </a:t>
            </a:r>
            <a:r>
              <a:rPr lang="en-GB" sz="1300" dirty="0" err="1">
                <a:effectLst/>
                <a:latin typeface="Helvetica Neue" panose="02000503000000020004" pitchFamily="2" charset="0"/>
              </a:rPr>
              <a:t>umani</a:t>
            </a:r>
            <a:r>
              <a:rPr lang="en-GB" sz="1300" dirty="0">
                <a:effectLst/>
                <a:latin typeface="Helvetica Neue" panose="02000503000000020004" pitchFamily="2" charset="0"/>
              </a:rPr>
              <a:t> </a:t>
            </a:r>
            <a:r>
              <a:rPr lang="en-GB" sz="1300" dirty="0" err="1">
                <a:effectLst/>
                <a:latin typeface="Helvetica Neue" panose="02000503000000020004" pitchFamily="2" charset="0"/>
              </a:rPr>
              <a:t>viene</a:t>
            </a:r>
            <a:r>
              <a:rPr lang="en-GB" sz="1300" dirty="0">
                <a:effectLst/>
                <a:latin typeface="Helvetica Neue" panose="02000503000000020004" pitchFamily="2" charset="0"/>
              </a:rPr>
              <a:t> </a:t>
            </a:r>
            <a:r>
              <a:rPr lang="en-GB" sz="1300" dirty="0" err="1">
                <a:effectLst/>
                <a:latin typeface="Helvetica Neue" panose="02000503000000020004" pitchFamily="2" charset="0"/>
              </a:rPr>
              <a:t>sostituito</a:t>
            </a:r>
            <a:r>
              <a:rPr lang="en-GB" sz="1300" dirty="0">
                <a:effectLst/>
                <a:latin typeface="Helvetica Neue" panose="02000503000000020004" pitchFamily="2" charset="0"/>
              </a:rPr>
              <a:t> da un computer. Il computer </a:t>
            </a:r>
            <a:r>
              <a:rPr lang="en-GB" sz="1300" dirty="0" err="1">
                <a:effectLst/>
                <a:latin typeface="Helvetica Neue" panose="02000503000000020004" pitchFamily="2" charset="0"/>
              </a:rPr>
              <a:t>passa</a:t>
            </a:r>
            <a:r>
              <a:rPr lang="en-GB" sz="1300" dirty="0">
                <a:effectLst/>
                <a:latin typeface="Helvetica Neue" panose="02000503000000020004" pitchFamily="2" charset="0"/>
              </a:rPr>
              <a:t> il </a:t>
            </a:r>
            <a:r>
              <a:rPr lang="en-GB" sz="1300" b="1" dirty="0">
                <a:effectLst/>
                <a:latin typeface="Helvetica Neue" panose="02000503000000020004" pitchFamily="2" charset="0"/>
              </a:rPr>
              <a:t>Test di Turing </a:t>
            </a:r>
            <a:r>
              <a:rPr lang="en-GB" sz="1300" dirty="0">
                <a:effectLst/>
                <a:latin typeface="Helvetica Neue" panose="02000503000000020004" pitchFamily="2" charset="0"/>
              </a:rPr>
              <a:t>se </a:t>
            </a:r>
            <a:r>
              <a:rPr lang="en-GB" sz="1300" dirty="0" err="1">
                <a:effectLst/>
                <a:latin typeface="Helvetica Neue" panose="02000503000000020004" pitchFamily="2" charset="0"/>
              </a:rPr>
              <a:t>l'uomo</a:t>
            </a:r>
            <a:r>
              <a:rPr lang="en-GB" sz="1300" dirty="0">
                <a:effectLst/>
                <a:latin typeface="Helvetica Neue" panose="02000503000000020004" pitchFamily="2" charset="0"/>
              </a:rPr>
              <a:t> o la donna </a:t>
            </a:r>
            <a:r>
              <a:rPr lang="en-GB" sz="1300" dirty="0" err="1">
                <a:effectLst/>
                <a:latin typeface="Helvetica Neue" panose="02000503000000020004" pitchFamily="2" charset="0"/>
              </a:rPr>
              <a:t>sostituiti</a:t>
            </a:r>
            <a:r>
              <a:rPr lang="en-GB" sz="1300" dirty="0">
                <a:effectLst/>
                <a:latin typeface="Helvetica Neue" panose="02000503000000020004" pitchFamily="2" charset="0"/>
              </a:rPr>
              <a:t> dal computer </a:t>
            </a:r>
            <a:r>
              <a:rPr lang="en-GB" sz="1300" dirty="0" err="1">
                <a:effectLst/>
                <a:latin typeface="Helvetica Neue" panose="02000503000000020004" pitchFamily="2" charset="0"/>
              </a:rPr>
              <a:t>sono</a:t>
            </a:r>
            <a:r>
              <a:rPr lang="en-GB" sz="1300" dirty="0">
                <a:effectLst/>
                <a:latin typeface="Helvetica Neue" panose="02000503000000020004" pitchFamily="2" charset="0"/>
              </a:rPr>
              <a:t> </a:t>
            </a:r>
            <a:r>
              <a:rPr lang="en-GB" sz="1300" dirty="0" err="1">
                <a:effectLst/>
                <a:latin typeface="Helvetica Neue" panose="02000503000000020004" pitchFamily="2" charset="0"/>
              </a:rPr>
              <a:t>simulati</a:t>
            </a:r>
            <a:r>
              <a:rPr lang="en-GB" sz="1300" dirty="0">
                <a:effectLst/>
                <a:latin typeface="Helvetica Neue" panose="02000503000000020004" pitchFamily="2" charset="0"/>
              </a:rPr>
              <a:t> </a:t>
            </a:r>
            <a:r>
              <a:rPr lang="en-GB" sz="1300" dirty="0" err="1">
                <a:effectLst/>
                <a:latin typeface="Helvetica Neue" panose="02000503000000020004" pitchFamily="2" charset="0"/>
              </a:rPr>
              <a:t>così</a:t>
            </a:r>
            <a:r>
              <a:rPr lang="en-GB" sz="1300" dirty="0">
                <a:effectLst/>
                <a:latin typeface="Helvetica Neue" panose="02000503000000020004" pitchFamily="2" charset="0"/>
              </a:rPr>
              <a:t> bene </a:t>
            </a:r>
            <a:r>
              <a:rPr lang="en-GB" sz="1300" dirty="0" err="1">
                <a:effectLst/>
                <a:latin typeface="Helvetica Neue" panose="02000503000000020004" pitchFamily="2" charset="0"/>
              </a:rPr>
              <a:t>che</a:t>
            </a:r>
            <a:r>
              <a:rPr lang="en-GB" sz="1300" dirty="0">
                <a:effectLst/>
                <a:latin typeface="Helvetica Neue" panose="02000503000000020004" pitchFamily="2" charset="0"/>
              </a:rPr>
              <a:t> le </a:t>
            </a:r>
            <a:r>
              <a:rPr lang="en-GB" sz="1300" dirty="0" err="1">
                <a:effectLst/>
                <a:latin typeface="Helvetica Neue" panose="02000503000000020004" pitchFamily="2" charset="0"/>
              </a:rPr>
              <a:t>ipotesi</a:t>
            </a:r>
            <a:r>
              <a:rPr lang="en-GB" sz="1300" dirty="0">
                <a:effectLst/>
                <a:latin typeface="Helvetica Neue" panose="02000503000000020004" pitchFamily="2" charset="0"/>
              </a:rPr>
              <a:t> </a:t>
            </a:r>
            <a:r>
              <a:rPr lang="en-GB" sz="1300" dirty="0" err="1">
                <a:effectLst/>
                <a:latin typeface="Helvetica Neue" panose="02000503000000020004" pitchFamily="2" charset="0"/>
              </a:rPr>
              <a:t>dell'interrogante</a:t>
            </a:r>
            <a:r>
              <a:rPr lang="en-GB" sz="1300" dirty="0">
                <a:effectLst/>
                <a:latin typeface="Helvetica Neue" panose="02000503000000020004" pitchFamily="2" charset="0"/>
              </a:rPr>
              <a:t> </a:t>
            </a:r>
            <a:r>
              <a:rPr lang="en-GB" sz="1300" dirty="0" err="1">
                <a:effectLst/>
                <a:latin typeface="Helvetica Neue" panose="02000503000000020004" pitchFamily="2" charset="0"/>
              </a:rPr>
              <a:t>umano</a:t>
            </a:r>
            <a:r>
              <a:rPr lang="en-GB" sz="1300" dirty="0">
                <a:effectLst/>
                <a:latin typeface="Helvetica Neue" panose="02000503000000020004" pitchFamily="2" charset="0"/>
              </a:rPr>
              <a:t> </a:t>
            </a:r>
            <a:r>
              <a:rPr lang="en-GB" sz="1300" dirty="0" err="1">
                <a:effectLst/>
                <a:latin typeface="Helvetica Neue" panose="02000503000000020004" pitchFamily="2" charset="0"/>
              </a:rPr>
              <a:t>sono</a:t>
            </a:r>
            <a:r>
              <a:rPr lang="en-GB" sz="1300" dirty="0">
                <a:effectLst/>
                <a:latin typeface="Helvetica Neue" panose="02000503000000020004" pitchFamily="2" charset="0"/>
              </a:rPr>
              <a:t> </a:t>
            </a:r>
            <a:r>
              <a:rPr lang="en-GB" sz="1300" dirty="0" err="1">
                <a:effectLst/>
                <a:latin typeface="Helvetica Neue" panose="02000503000000020004" pitchFamily="2" charset="0"/>
              </a:rPr>
              <a:t>altrettanto</a:t>
            </a:r>
            <a:r>
              <a:rPr lang="en-GB" sz="1300" dirty="0">
                <a:effectLst/>
                <a:latin typeface="Helvetica Neue" panose="02000503000000020004" pitchFamily="2" charset="0"/>
              </a:rPr>
              <a:t> </a:t>
            </a:r>
            <a:r>
              <a:rPr lang="en-GB" sz="1300" dirty="0" err="1">
                <a:effectLst/>
                <a:latin typeface="Helvetica Neue" panose="02000503000000020004" pitchFamily="2" charset="0"/>
              </a:rPr>
              <a:t>spesso</a:t>
            </a:r>
            <a:r>
              <a:rPr lang="en-GB" sz="1300" dirty="0">
                <a:effectLst/>
                <a:latin typeface="Helvetica Neue" panose="02000503000000020004" pitchFamily="2" charset="0"/>
              </a:rPr>
              <a:t> </a:t>
            </a:r>
            <a:r>
              <a:rPr lang="en-GB" sz="1300" dirty="0" err="1">
                <a:effectLst/>
                <a:latin typeface="Helvetica Neue" panose="02000503000000020004" pitchFamily="2" charset="0"/>
              </a:rPr>
              <a:t>giuste</a:t>
            </a:r>
            <a:r>
              <a:rPr lang="en-GB" sz="1300" dirty="0">
                <a:effectLst/>
                <a:latin typeface="Helvetica Neue" panose="02000503000000020004" pitchFamily="2" charset="0"/>
              </a:rPr>
              <a:t> e </a:t>
            </a:r>
            <a:r>
              <a:rPr lang="en-GB" sz="1300" dirty="0" err="1">
                <a:effectLst/>
                <a:latin typeface="Helvetica Neue" panose="02000503000000020004" pitchFamily="2" charset="0"/>
              </a:rPr>
              <a:t>sbagliate</a:t>
            </a:r>
            <a:r>
              <a:rPr lang="en-GB" sz="1300" dirty="0">
                <a:effectLst/>
                <a:latin typeface="Helvetica Neue" panose="02000503000000020004" pitchFamily="2" charset="0"/>
              </a:rPr>
              <a:t> come con il </a:t>
            </a:r>
            <a:r>
              <a:rPr lang="en-GB" sz="1300" dirty="0" err="1">
                <a:effectLst/>
                <a:latin typeface="Helvetica Neue" panose="02000503000000020004" pitchFamily="2" charset="0"/>
              </a:rPr>
              <a:t>precedente</a:t>
            </a:r>
            <a:r>
              <a:rPr lang="en-GB" sz="1300" dirty="0">
                <a:effectLst/>
                <a:latin typeface="Helvetica Neue" panose="02000503000000020004" pitchFamily="2" charset="0"/>
              </a:rPr>
              <a:t> partner </a:t>
            </a:r>
            <a:r>
              <a:rPr lang="en-GB" sz="1300" dirty="0" err="1">
                <a:effectLst/>
                <a:latin typeface="Helvetica Neue" panose="02000503000000020004" pitchFamily="2" charset="0"/>
              </a:rPr>
              <a:t>naturale</a:t>
            </a:r>
            <a:r>
              <a:rPr lang="en-GB" sz="1300" dirty="0">
                <a:effectLst/>
                <a:latin typeface="Helvetica Neue" panose="02000503000000020004" pitchFamily="2" charset="0"/>
              </a:rPr>
              <a:t>.</a:t>
            </a:r>
          </a:p>
          <a:p>
            <a:pPr>
              <a:lnSpc>
                <a:spcPct val="100000"/>
              </a:lnSpc>
            </a:pPr>
            <a:r>
              <a:rPr lang="en-GB" sz="1300" dirty="0">
                <a:effectLst/>
                <a:latin typeface="Helvetica Neue" panose="02000503000000020004" pitchFamily="2" charset="0"/>
              </a:rPr>
              <a:t>In </a:t>
            </a:r>
            <a:r>
              <a:rPr lang="en-GB" sz="1300" dirty="0" err="1">
                <a:effectLst/>
                <a:latin typeface="Helvetica Neue" panose="02000503000000020004" pitchFamily="2" charset="0"/>
              </a:rPr>
              <a:t>questo</a:t>
            </a:r>
            <a:r>
              <a:rPr lang="en-GB" sz="1300" dirty="0">
                <a:effectLst/>
                <a:latin typeface="Helvetica Neue" panose="02000503000000020004" pitchFamily="2" charset="0"/>
              </a:rPr>
              <a:t> modo Turing ha </a:t>
            </a:r>
            <a:r>
              <a:rPr lang="en-GB" sz="1300" dirty="0" err="1">
                <a:effectLst/>
                <a:latin typeface="Helvetica Neue" panose="02000503000000020004" pitchFamily="2" charset="0"/>
              </a:rPr>
              <a:t>voluto</a:t>
            </a:r>
            <a:r>
              <a:rPr lang="en-GB" sz="1300" dirty="0">
                <a:effectLst/>
                <a:latin typeface="Helvetica Neue" panose="02000503000000020004" pitchFamily="2" charset="0"/>
              </a:rPr>
              <a:t> </a:t>
            </a:r>
            <a:r>
              <a:rPr lang="en-GB" sz="1300" dirty="0" err="1">
                <a:effectLst/>
                <a:latin typeface="Helvetica Neue" panose="02000503000000020004" pitchFamily="2" charset="0"/>
              </a:rPr>
              <a:t>sostituire</a:t>
            </a:r>
            <a:r>
              <a:rPr lang="en-GB" sz="1300" dirty="0">
                <a:effectLst/>
                <a:latin typeface="Helvetica Neue" panose="02000503000000020004" pitchFamily="2" charset="0"/>
              </a:rPr>
              <a:t> la </a:t>
            </a:r>
            <a:r>
              <a:rPr lang="en-GB" sz="1300" dirty="0" err="1">
                <a:effectLst/>
                <a:latin typeface="Helvetica Neue" panose="02000503000000020004" pitchFamily="2" charset="0"/>
              </a:rPr>
              <a:t>domanda</a:t>
            </a:r>
            <a:r>
              <a:rPr lang="en-GB" sz="1300" dirty="0">
                <a:effectLst/>
                <a:latin typeface="Helvetica Neue" panose="02000503000000020004" pitchFamily="2" charset="0"/>
              </a:rPr>
              <a:t> «Le </a:t>
            </a:r>
            <a:r>
              <a:rPr lang="en-GB" sz="1300" dirty="0" err="1">
                <a:effectLst/>
                <a:latin typeface="Helvetica Neue" panose="02000503000000020004" pitchFamily="2" charset="0"/>
              </a:rPr>
              <a:t>macchine</a:t>
            </a:r>
            <a:r>
              <a:rPr lang="en-GB" sz="1300" dirty="0">
                <a:effectLst/>
                <a:latin typeface="Helvetica Neue" panose="02000503000000020004" pitchFamily="2" charset="0"/>
              </a:rPr>
              <a:t> </a:t>
            </a:r>
            <a:r>
              <a:rPr lang="en-GB" sz="1300" dirty="0" err="1">
                <a:effectLst/>
                <a:latin typeface="Helvetica Neue" panose="02000503000000020004" pitchFamily="2" charset="0"/>
              </a:rPr>
              <a:t>possono</a:t>
            </a:r>
            <a:r>
              <a:rPr lang="en-GB" sz="1300" dirty="0">
                <a:effectLst/>
                <a:latin typeface="Helvetica Neue" panose="02000503000000020004" pitchFamily="2" charset="0"/>
              </a:rPr>
              <a:t> </a:t>
            </a:r>
            <a:r>
              <a:rPr lang="en-GB" sz="1300" dirty="0" err="1">
                <a:effectLst/>
                <a:latin typeface="Helvetica Neue" panose="02000503000000020004" pitchFamily="2" charset="0"/>
              </a:rPr>
              <a:t>pensare</a:t>
            </a:r>
            <a:r>
              <a:rPr lang="en-GB" sz="1300" dirty="0">
                <a:effectLst/>
                <a:latin typeface="Helvetica Neue" panose="02000503000000020004" pitchFamily="2" charset="0"/>
              </a:rPr>
              <a:t>?» con la </a:t>
            </a:r>
            <a:r>
              <a:rPr lang="en-GB" sz="1300" dirty="0" err="1">
                <a:effectLst/>
                <a:latin typeface="Helvetica Neue" panose="02000503000000020004" pitchFamily="2" charset="0"/>
              </a:rPr>
              <a:t>domanda</a:t>
            </a:r>
            <a:r>
              <a:rPr lang="en-GB" sz="1300" dirty="0">
                <a:effectLst/>
                <a:latin typeface="Helvetica Neue" panose="02000503000000020004" pitchFamily="2" charset="0"/>
              </a:rPr>
              <a:t> «Ci </a:t>
            </a:r>
            <a:r>
              <a:rPr lang="en-GB" sz="1300" dirty="0" err="1">
                <a:effectLst/>
                <a:latin typeface="Helvetica Neue" panose="02000503000000020004" pitchFamily="2" charset="0"/>
              </a:rPr>
              <a:t>sono</a:t>
            </a:r>
            <a:r>
              <a:rPr lang="en-GB" sz="1300" dirty="0">
                <a:effectLst/>
                <a:latin typeface="Helvetica Neue" panose="02000503000000020004" pitchFamily="2" charset="0"/>
              </a:rPr>
              <a:t> computer </a:t>
            </a:r>
            <a:r>
              <a:rPr lang="en-GB" sz="1300" dirty="0" err="1">
                <a:effectLst/>
                <a:latin typeface="Helvetica Neue" panose="02000503000000020004" pitchFamily="2" charset="0"/>
              </a:rPr>
              <a:t>digitali</a:t>
            </a:r>
            <a:r>
              <a:rPr lang="en-GB" sz="1300" dirty="0">
                <a:effectLst/>
                <a:latin typeface="Helvetica Neue" panose="02000503000000020004" pitchFamily="2" charset="0"/>
              </a:rPr>
              <a:t> </a:t>
            </a:r>
            <a:r>
              <a:rPr lang="en-GB" sz="1300" dirty="0" err="1">
                <a:effectLst/>
                <a:latin typeface="Helvetica Neue" panose="02000503000000020004" pitchFamily="2" charset="0"/>
              </a:rPr>
              <a:t>immaginabili</a:t>
            </a:r>
            <a:r>
              <a:rPr lang="en-GB" sz="1300" dirty="0">
                <a:effectLst/>
                <a:latin typeface="Helvetica Neue" panose="02000503000000020004" pitchFamily="2" charset="0"/>
              </a:rPr>
              <a:t> </a:t>
            </a:r>
            <a:r>
              <a:rPr lang="en-GB" sz="1300" dirty="0" err="1">
                <a:effectLst/>
                <a:latin typeface="Helvetica Neue" panose="02000503000000020004" pitchFamily="2" charset="0"/>
              </a:rPr>
              <a:t>che</a:t>
            </a:r>
            <a:r>
              <a:rPr lang="en-GB" sz="1300" dirty="0">
                <a:effectLst/>
                <a:latin typeface="Helvetica Neue" panose="02000503000000020004" pitchFamily="2" charset="0"/>
              </a:rPr>
              <a:t> </a:t>
            </a:r>
            <a:r>
              <a:rPr lang="en-GB" sz="1300" dirty="0" err="1">
                <a:effectLst/>
                <a:latin typeface="Helvetica Neue" panose="02000503000000020004" pitchFamily="2" charset="0"/>
              </a:rPr>
              <a:t>andrebbe</a:t>
            </a:r>
            <a:r>
              <a:rPr lang="en-GB" sz="1300" dirty="0">
                <a:effectLst/>
                <a:latin typeface="Helvetica Neue" panose="02000503000000020004" pitchFamily="2" charset="0"/>
              </a:rPr>
              <a:t> bene </a:t>
            </a:r>
            <a:r>
              <a:rPr lang="en-GB" sz="1300" dirty="0" err="1">
                <a:effectLst/>
                <a:latin typeface="Helvetica Neue" panose="02000503000000020004" pitchFamily="2" charset="0"/>
              </a:rPr>
              <a:t>nel</a:t>
            </a:r>
            <a:r>
              <a:rPr lang="en-GB" sz="1300" dirty="0">
                <a:effectLst/>
                <a:latin typeface="Helvetica Neue" panose="02000503000000020004" pitchFamily="2" charset="0"/>
              </a:rPr>
              <a:t> </a:t>
            </a:r>
            <a:r>
              <a:rPr lang="en-GB" sz="1300" dirty="0" err="1">
                <a:effectLst/>
                <a:latin typeface="Helvetica Neue" panose="02000503000000020004" pitchFamily="2" charset="0"/>
              </a:rPr>
              <a:t>gioco</a:t>
            </a:r>
            <a:r>
              <a:rPr lang="en-GB" sz="1300" dirty="0">
                <a:effectLst/>
                <a:latin typeface="Helvetica Neue" panose="02000503000000020004" pitchFamily="2" charset="0"/>
              </a:rPr>
              <a:t> </a:t>
            </a:r>
            <a:r>
              <a:rPr lang="en-GB" sz="1300" dirty="0" err="1">
                <a:effectLst/>
                <a:latin typeface="Helvetica Neue" panose="02000503000000020004" pitchFamily="2" charset="0"/>
              </a:rPr>
              <a:t>dell'imitazione</a:t>
            </a:r>
            <a:r>
              <a:rPr lang="en-GB" sz="1300" dirty="0">
                <a:effectLst/>
                <a:latin typeface="Helvetica Neue" panose="02000503000000020004" pitchFamily="2" charset="0"/>
              </a:rPr>
              <a:t>?»</a:t>
            </a:r>
          </a:p>
          <a:p>
            <a:pPr>
              <a:lnSpc>
                <a:spcPct val="100000"/>
              </a:lnSpc>
            </a:pPr>
            <a:r>
              <a:rPr lang="en-GB" sz="1300" dirty="0">
                <a:effectLst/>
                <a:latin typeface="Helvetica Neue" panose="02000503000000020004" pitchFamily="2" charset="0"/>
              </a:rPr>
              <a:t>Nella </a:t>
            </a:r>
            <a:r>
              <a:rPr lang="en-GB" sz="1300" dirty="0" err="1">
                <a:effectLst/>
                <a:latin typeface="Helvetica Neue" panose="02000503000000020004" pitchFamily="2" charset="0"/>
              </a:rPr>
              <a:t>sua</a:t>
            </a:r>
            <a:r>
              <a:rPr lang="en-GB" sz="1300" dirty="0">
                <a:effectLst/>
                <a:latin typeface="Helvetica Neue" panose="02000503000000020004" pitchFamily="2" charset="0"/>
              </a:rPr>
              <a:t> </a:t>
            </a:r>
            <a:r>
              <a:rPr lang="en-GB" sz="1300" dirty="0" err="1">
                <a:effectLst/>
                <a:latin typeface="Helvetica Neue" panose="02000503000000020004" pitchFamily="2" charset="0"/>
              </a:rPr>
              <a:t>originaria</a:t>
            </a:r>
            <a:r>
              <a:rPr lang="en-GB" sz="1300" dirty="0">
                <a:effectLst/>
                <a:latin typeface="Helvetica Neue" panose="02000503000000020004" pitchFamily="2" charset="0"/>
              </a:rPr>
              <a:t> </a:t>
            </a:r>
            <a:r>
              <a:rPr lang="en-GB" sz="1300" dirty="0" err="1">
                <a:effectLst/>
                <a:latin typeface="Helvetica Neue" panose="02000503000000020004" pitchFamily="2" charset="0"/>
              </a:rPr>
              <a:t>intenzione</a:t>
            </a:r>
            <a:r>
              <a:rPr lang="en-GB" sz="1300" dirty="0">
                <a:effectLst/>
                <a:latin typeface="Helvetica Neue" panose="02000503000000020004" pitchFamily="2" charset="0"/>
              </a:rPr>
              <a:t>, il test di Turing </a:t>
            </a:r>
            <a:r>
              <a:rPr lang="en-GB" sz="1300" dirty="0" err="1">
                <a:effectLst/>
                <a:latin typeface="Helvetica Neue" panose="02000503000000020004" pitchFamily="2" charset="0"/>
              </a:rPr>
              <a:t>richiede</a:t>
            </a:r>
            <a:r>
              <a:rPr lang="en-GB" sz="1300" dirty="0">
                <a:effectLst/>
                <a:latin typeface="Helvetica Neue" panose="02000503000000020004" pitchFamily="2" charset="0"/>
              </a:rPr>
              <a:t> la </a:t>
            </a:r>
            <a:r>
              <a:rPr lang="en-GB" sz="1300" dirty="0" err="1">
                <a:effectLst/>
                <a:latin typeface="Helvetica Neue" panose="02000503000000020004" pitchFamily="2" charset="0"/>
              </a:rPr>
              <a:t>costruzione</a:t>
            </a:r>
            <a:r>
              <a:rPr lang="en-GB" sz="1300" dirty="0">
                <a:effectLst/>
                <a:latin typeface="Helvetica Neue" panose="02000503000000020004" pitchFamily="2" charset="0"/>
              </a:rPr>
              <a:t> di un </a:t>
            </a:r>
            <a:r>
              <a:rPr lang="en-GB" sz="1300" dirty="0" err="1">
                <a:effectLst/>
                <a:latin typeface="Helvetica Neue" panose="02000503000000020004" pitchFamily="2" charset="0"/>
              </a:rPr>
              <a:t>agente</a:t>
            </a:r>
            <a:r>
              <a:rPr lang="en-GB" sz="1300" dirty="0">
                <a:effectLst/>
                <a:latin typeface="Helvetica Neue" panose="02000503000000020004" pitchFamily="2" charset="0"/>
              </a:rPr>
              <a:t> </a:t>
            </a:r>
            <a:r>
              <a:rPr lang="en-GB" sz="1300" dirty="0" err="1">
                <a:effectLst/>
                <a:latin typeface="Helvetica Neue" panose="02000503000000020004" pitchFamily="2" charset="0"/>
              </a:rPr>
              <a:t>cognitivo</a:t>
            </a:r>
            <a:r>
              <a:rPr lang="en-GB" sz="1300" dirty="0">
                <a:effectLst/>
                <a:latin typeface="Helvetica Neue" panose="02000503000000020004" pitchFamily="2" charset="0"/>
              </a:rPr>
              <a:t> </a:t>
            </a:r>
            <a:r>
              <a:rPr lang="en-GB" sz="1300" dirty="0" err="1">
                <a:effectLst/>
                <a:latin typeface="Helvetica Neue" panose="02000503000000020004" pitchFamily="2" charset="0"/>
              </a:rPr>
              <a:t>artificiale</a:t>
            </a:r>
            <a:r>
              <a:rPr lang="en-GB" sz="1300" dirty="0">
                <a:effectLst/>
                <a:latin typeface="Helvetica Neue" panose="02000503000000020004" pitchFamily="2" charset="0"/>
              </a:rPr>
              <a:t> con un </a:t>
            </a:r>
            <a:r>
              <a:rPr lang="en-GB" sz="1300" dirty="0" err="1">
                <a:effectLst/>
                <a:latin typeface="Helvetica Neue" panose="02000503000000020004" pitchFamily="2" charset="0"/>
              </a:rPr>
              <a:t>comportamento</a:t>
            </a:r>
            <a:r>
              <a:rPr lang="en-GB" sz="1300" dirty="0">
                <a:effectLst/>
                <a:latin typeface="Helvetica Neue" panose="02000503000000020004" pitchFamily="2" charset="0"/>
              </a:rPr>
              <a:t> </a:t>
            </a:r>
            <a:r>
              <a:rPr lang="en-GB" sz="1300" dirty="0" err="1">
                <a:effectLst/>
                <a:latin typeface="Helvetica Neue" panose="02000503000000020004" pitchFamily="2" charset="0"/>
              </a:rPr>
              <a:t>linguistico</a:t>
            </a:r>
            <a:r>
              <a:rPr lang="en-GB" sz="1300" dirty="0">
                <a:effectLst/>
                <a:latin typeface="Helvetica Neue" panose="02000503000000020004" pitchFamily="2" charset="0"/>
              </a:rPr>
              <a:t> </a:t>
            </a:r>
            <a:r>
              <a:rPr lang="en-GB" sz="1300" dirty="0" err="1">
                <a:effectLst/>
                <a:latin typeface="Helvetica Neue" panose="02000503000000020004" pitchFamily="2" charset="0"/>
              </a:rPr>
              <a:t>così</a:t>
            </a:r>
            <a:r>
              <a:rPr lang="en-GB" sz="1300" dirty="0">
                <a:effectLst/>
                <a:latin typeface="Helvetica Neue" panose="02000503000000020004" pitchFamily="2" charset="0"/>
              </a:rPr>
              <a:t> </a:t>
            </a:r>
            <a:r>
              <a:rPr lang="en-GB" sz="1300" dirty="0" err="1">
                <a:effectLst/>
                <a:latin typeface="Helvetica Neue" panose="02000503000000020004" pitchFamily="2" charset="0"/>
              </a:rPr>
              <a:t>naturale</a:t>
            </a:r>
            <a:r>
              <a:rPr lang="en-GB" sz="1300" dirty="0">
                <a:effectLst/>
                <a:latin typeface="Helvetica Neue" panose="02000503000000020004" pitchFamily="2" charset="0"/>
              </a:rPr>
              <a:t> da non </a:t>
            </a:r>
            <a:r>
              <a:rPr lang="en-GB" sz="1300" dirty="0" err="1">
                <a:effectLst/>
                <a:latin typeface="Helvetica Neue" panose="02000503000000020004" pitchFamily="2" charset="0"/>
              </a:rPr>
              <a:t>poter</a:t>
            </a:r>
            <a:r>
              <a:rPr lang="en-GB" sz="1300" dirty="0">
                <a:effectLst/>
                <a:latin typeface="Helvetica Neue" panose="02000503000000020004" pitchFamily="2" charset="0"/>
              </a:rPr>
              <a:t> </a:t>
            </a:r>
            <a:r>
              <a:rPr lang="en-GB" sz="1300" dirty="0" err="1">
                <a:effectLst/>
                <a:latin typeface="Helvetica Neue" panose="02000503000000020004" pitchFamily="2" charset="0"/>
              </a:rPr>
              <a:t>essere</a:t>
            </a:r>
            <a:r>
              <a:rPr lang="en-GB" sz="1300" dirty="0">
                <a:effectLst/>
                <a:latin typeface="Helvetica Neue" panose="02000503000000020004" pitchFamily="2" charset="0"/>
              </a:rPr>
              <a:t> </a:t>
            </a:r>
            <a:r>
              <a:rPr lang="en-GB" sz="1300" dirty="0" err="1">
                <a:effectLst/>
                <a:latin typeface="Helvetica Neue" panose="02000503000000020004" pitchFamily="2" charset="0"/>
              </a:rPr>
              <a:t>distinto</a:t>
            </a:r>
            <a:r>
              <a:rPr lang="en-GB" sz="1300" dirty="0">
                <a:effectLst/>
                <a:latin typeface="Helvetica Neue" panose="02000503000000020004" pitchFamily="2" charset="0"/>
              </a:rPr>
              <a:t> da </a:t>
            </a:r>
            <a:r>
              <a:rPr lang="en-GB" sz="1300" dirty="0" err="1">
                <a:effectLst/>
                <a:latin typeface="Helvetica Neue" panose="02000503000000020004" pitchFamily="2" charset="0"/>
              </a:rPr>
              <a:t>quello</a:t>
            </a:r>
            <a:r>
              <a:rPr lang="en-GB" sz="1300" dirty="0">
                <a:effectLst/>
                <a:latin typeface="Helvetica Neue" panose="02000503000000020004" pitchFamily="2" charset="0"/>
              </a:rPr>
              <a:t> di un </a:t>
            </a:r>
            <a:r>
              <a:rPr lang="en-GB" sz="1300" dirty="0" err="1">
                <a:effectLst/>
                <a:latin typeface="Helvetica Neue" panose="02000503000000020004" pitchFamily="2" charset="0"/>
              </a:rPr>
              <a:t>essere</a:t>
            </a:r>
            <a:r>
              <a:rPr lang="en-GB" sz="1300" dirty="0">
                <a:effectLst/>
                <a:latin typeface="Helvetica Neue" panose="02000503000000020004" pitchFamily="2" charset="0"/>
              </a:rPr>
              <a:t> </a:t>
            </a:r>
            <a:r>
              <a:rPr lang="en-GB" sz="1300" dirty="0" err="1">
                <a:effectLst/>
                <a:latin typeface="Helvetica Neue" panose="02000503000000020004" pitchFamily="2" charset="0"/>
              </a:rPr>
              <a:t>umano</a:t>
            </a:r>
            <a:r>
              <a:rPr lang="en-GB" sz="1300" dirty="0">
                <a:effectLst/>
                <a:latin typeface="Helvetica Neue" panose="02000503000000020004" pitchFamily="2" charset="0"/>
              </a:rPr>
              <a:t>. </a:t>
            </a:r>
            <a:r>
              <a:rPr lang="en-GB" sz="1300" dirty="0" err="1">
                <a:effectLst/>
                <a:latin typeface="Helvetica Neue" panose="02000503000000020004" pitchFamily="2" charset="0"/>
              </a:rPr>
              <a:t>Ciò</a:t>
            </a:r>
            <a:r>
              <a:rPr lang="en-GB" sz="1300" dirty="0">
                <a:effectLst/>
                <a:latin typeface="Helvetica Neue" panose="02000503000000020004" pitchFamily="2" charset="0"/>
              </a:rPr>
              <a:t> </a:t>
            </a:r>
            <a:r>
              <a:rPr lang="en-GB" sz="1300" dirty="0" err="1">
                <a:effectLst/>
                <a:latin typeface="Helvetica Neue" panose="02000503000000020004" pitchFamily="2" charset="0"/>
              </a:rPr>
              <a:t>presuppone</a:t>
            </a:r>
            <a:r>
              <a:rPr lang="en-GB" sz="1300" dirty="0">
                <a:effectLst/>
                <a:latin typeface="Helvetica Neue" panose="02000503000000020004" pitchFamily="2" charset="0"/>
              </a:rPr>
              <a:t> </a:t>
            </a:r>
            <a:r>
              <a:rPr lang="en-GB" sz="1300" dirty="0" err="1">
                <a:effectLst/>
                <a:latin typeface="Helvetica Neue" panose="02000503000000020004" pitchFamily="2" charset="0"/>
              </a:rPr>
              <a:t>una</a:t>
            </a:r>
            <a:r>
              <a:rPr lang="en-GB" sz="1300" dirty="0">
                <a:effectLst/>
                <a:latin typeface="Helvetica Neue" panose="02000503000000020004" pitchFamily="2" charset="0"/>
              </a:rPr>
              <a:t> </a:t>
            </a:r>
            <a:r>
              <a:rPr lang="en-GB" sz="1300" dirty="0" err="1">
                <a:effectLst/>
                <a:latin typeface="Helvetica Neue" panose="02000503000000020004" pitchFamily="2" charset="0"/>
              </a:rPr>
              <a:t>copertura</a:t>
            </a:r>
            <a:r>
              <a:rPr lang="en-GB" sz="1300" dirty="0">
                <a:effectLst/>
                <a:latin typeface="Helvetica Neue" panose="02000503000000020004" pitchFamily="2" charset="0"/>
              </a:rPr>
              <a:t> </a:t>
            </a:r>
            <a:r>
              <a:rPr lang="en-GB" sz="1300" dirty="0" err="1">
                <a:effectLst/>
                <a:latin typeface="Helvetica Neue" panose="02000503000000020004" pitchFamily="2" charset="0"/>
              </a:rPr>
              <a:t>completa</a:t>
            </a:r>
            <a:r>
              <a:rPr lang="en-GB" sz="1300" dirty="0">
                <a:effectLst/>
                <a:latin typeface="Helvetica Neue" panose="02000503000000020004" pitchFamily="2" charset="0"/>
              </a:rPr>
              <a:t> </a:t>
            </a:r>
            <a:r>
              <a:rPr lang="en-GB" sz="1300" dirty="0" err="1">
                <a:effectLst/>
                <a:latin typeface="Helvetica Neue" panose="02000503000000020004" pitchFamily="2" charset="0"/>
              </a:rPr>
              <a:t>dei</a:t>
            </a:r>
            <a:r>
              <a:rPr lang="en-GB" sz="1300" dirty="0">
                <a:effectLst/>
                <a:latin typeface="Helvetica Neue" panose="02000503000000020004" pitchFamily="2" charset="0"/>
              </a:rPr>
              <a:t> </a:t>
            </a:r>
            <a:r>
              <a:rPr lang="en-GB" sz="1300" dirty="0" err="1">
                <a:effectLst/>
                <a:latin typeface="Helvetica Neue" panose="02000503000000020004" pitchFamily="2" charset="0"/>
              </a:rPr>
              <a:t>dati</a:t>
            </a:r>
            <a:r>
              <a:rPr lang="en-GB" sz="1300" dirty="0">
                <a:effectLst/>
                <a:latin typeface="Helvetica Neue" panose="02000503000000020004" pitchFamily="2" charset="0"/>
              </a:rPr>
              <a:t> </a:t>
            </a:r>
            <a:r>
              <a:rPr lang="en-GB" sz="1300" dirty="0" err="1">
                <a:effectLst/>
                <a:latin typeface="Helvetica Neue" panose="02000503000000020004" pitchFamily="2" charset="0"/>
              </a:rPr>
              <a:t>linguistici</a:t>
            </a:r>
            <a:r>
              <a:rPr lang="en-GB" sz="1300" dirty="0">
                <a:effectLst/>
                <a:latin typeface="Helvetica Neue" panose="02000503000000020004" pitchFamily="2" charset="0"/>
              </a:rPr>
              <a:t> e </a:t>
            </a:r>
            <a:r>
              <a:rPr lang="en-GB" sz="1300" dirty="0" err="1">
                <a:effectLst/>
                <a:latin typeface="Helvetica Neue" panose="02000503000000020004" pitchFamily="2" charset="0"/>
              </a:rPr>
              <a:t>delle</a:t>
            </a:r>
            <a:r>
              <a:rPr lang="en-GB" sz="1300" dirty="0">
                <a:effectLst/>
                <a:latin typeface="Helvetica Neue" panose="02000503000000020004" pitchFamily="2" charset="0"/>
              </a:rPr>
              <a:t> </a:t>
            </a:r>
            <a:r>
              <a:rPr lang="en-GB" sz="1300" dirty="0" err="1">
                <a:effectLst/>
                <a:latin typeface="Helvetica Neue" panose="02000503000000020004" pitchFamily="2" charset="0"/>
              </a:rPr>
              <a:t>funzioni</a:t>
            </a:r>
            <a:r>
              <a:rPr lang="en-GB" sz="1300" dirty="0">
                <a:effectLst/>
                <a:latin typeface="Helvetica Neue" panose="02000503000000020004" pitchFamily="2" charset="0"/>
              </a:rPr>
              <a:t> </a:t>
            </a:r>
            <a:r>
              <a:rPr lang="en-GB" sz="1300" dirty="0" err="1">
                <a:effectLst/>
                <a:latin typeface="Helvetica Neue" panose="02000503000000020004" pitchFamily="2" charset="0"/>
              </a:rPr>
              <a:t>comunicative</a:t>
            </a:r>
            <a:r>
              <a:rPr lang="en-GB" sz="1300" dirty="0">
                <a:effectLst/>
                <a:latin typeface="Helvetica Neue" panose="02000503000000020004" pitchFamily="2" charset="0"/>
              </a:rPr>
              <a:t> in tempo </a:t>
            </a:r>
            <a:r>
              <a:rPr lang="en-GB" sz="1300" dirty="0" err="1">
                <a:effectLst/>
                <a:latin typeface="Helvetica Neue" panose="02000503000000020004" pitchFamily="2" charset="0"/>
              </a:rPr>
              <a:t>reale</a:t>
            </a:r>
            <a:r>
              <a:rPr lang="en-GB" sz="1300" dirty="0">
                <a:effectLst/>
                <a:latin typeface="Helvetica Neue" panose="02000503000000020004" pitchFamily="2" charset="0"/>
              </a:rPr>
              <a:t>. </a:t>
            </a:r>
            <a:r>
              <a:rPr lang="en-GB" sz="1300" dirty="0" err="1">
                <a:effectLst/>
                <a:latin typeface="Helvetica Neue" panose="02000503000000020004" pitchFamily="2" charset="0"/>
              </a:rPr>
              <a:t>Allo</a:t>
            </a:r>
            <a:r>
              <a:rPr lang="en-GB" sz="1300" dirty="0">
                <a:effectLst/>
                <a:latin typeface="Helvetica Neue" panose="02000503000000020004" pitchFamily="2" charset="0"/>
              </a:rPr>
              <a:t> </a:t>
            </a:r>
            <a:r>
              <a:rPr lang="en-GB" sz="1300" dirty="0" err="1">
                <a:effectLst/>
                <a:latin typeface="Helvetica Neue" panose="02000503000000020004" pitchFamily="2" charset="0"/>
              </a:rPr>
              <a:t>stesso</a:t>
            </a:r>
            <a:r>
              <a:rPr lang="en-GB" sz="1300" dirty="0">
                <a:effectLst/>
                <a:latin typeface="Helvetica Neue" panose="02000503000000020004" pitchFamily="2" charset="0"/>
              </a:rPr>
              <a:t> tempo, il test </a:t>
            </a:r>
            <a:r>
              <a:rPr lang="en-GB" sz="1300" dirty="0" err="1">
                <a:effectLst/>
                <a:latin typeface="Helvetica Neue" panose="02000503000000020004" pitchFamily="2" charset="0"/>
              </a:rPr>
              <a:t>cerca</a:t>
            </a:r>
            <a:r>
              <a:rPr lang="en-GB" sz="1300" dirty="0">
                <a:effectLst/>
                <a:latin typeface="Helvetica Neue" panose="02000503000000020004" pitchFamily="2" charset="0"/>
              </a:rPr>
              <a:t> di </a:t>
            </a:r>
            <a:r>
              <a:rPr lang="en-GB" sz="1300" dirty="0" err="1">
                <a:effectLst/>
                <a:latin typeface="Helvetica Neue" panose="02000503000000020004" pitchFamily="2" charset="0"/>
              </a:rPr>
              <a:t>evitare</a:t>
            </a:r>
            <a:r>
              <a:rPr lang="en-GB" sz="1300" dirty="0">
                <a:effectLst/>
                <a:latin typeface="Helvetica Neue" panose="02000503000000020004" pitchFamily="2" charset="0"/>
              </a:rPr>
              <a:t> tutti </a:t>
            </a:r>
            <a:r>
              <a:rPr lang="en-GB" sz="1300" dirty="0" err="1">
                <a:effectLst/>
                <a:latin typeface="Helvetica Neue" panose="02000503000000020004" pitchFamily="2" charset="0"/>
              </a:rPr>
              <a:t>gli</a:t>
            </a:r>
            <a:r>
              <a:rPr lang="en-GB" sz="1300" dirty="0">
                <a:effectLst/>
                <a:latin typeface="Helvetica Neue" panose="02000503000000020004" pitchFamily="2" charset="0"/>
              </a:rPr>
              <a:t> </a:t>
            </a:r>
            <a:r>
              <a:rPr lang="en-GB" sz="1300" dirty="0" err="1">
                <a:effectLst/>
                <a:latin typeface="Helvetica Neue" panose="02000503000000020004" pitchFamily="2" charset="0"/>
              </a:rPr>
              <a:t>aspetti</a:t>
            </a:r>
            <a:r>
              <a:rPr lang="en-GB" sz="1300" dirty="0">
                <a:effectLst/>
                <a:latin typeface="Helvetica Neue" panose="02000503000000020004" pitchFamily="2" charset="0"/>
              </a:rPr>
              <a:t> non </a:t>
            </a:r>
            <a:r>
              <a:rPr lang="en-GB" sz="1300" dirty="0" err="1">
                <a:effectLst/>
                <a:latin typeface="Helvetica Neue" panose="02000503000000020004" pitchFamily="2" charset="0"/>
              </a:rPr>
              <a:t>direttamente</a:t>
            </a:r>
            <a:r>
              <a:rPr lang="en-GB" sz="1300" dirty="0">
                <a:effectLst/>
                <a:latin typeface="Helvetica Neue" panose="02000503000000020004" pitchFamily="2" charset="0"/>
              </a:rPr>
              <a:t> </a:t>
            </a:r>
            <a:r>
              <a:rPr lang="en-GB" sz="1300" dirty="0" err="1">
                <a:effectLst/>
                <a:latin typeface="Helvetica Neue" panose="02000503000000020004" pitchFamily="2" charset="0"/>
              </a:rPr>
              <a:t>coinvolti</a:t>
            </a:r>
            <a:r>
              <a:rPr lang="en-GB" sz="1300" dirty="0">
                <a:effectLst/>
                <a:latin typeface="Helvetica Neue" panose="02000503000000020004" pitchFamily="2" charset="0"/>
              </a:rPr>
              <a:t> </a:t>
            </a:r>
            <a:r>
              <a:rPr lang="en-GB" sz="1300" dirty="0" err="1">
                <a:effectLst/>
                <a:latin typeface="Helvetica Neue" panose="02000503000000020004" pitchFamily="2" charset="0"/>
              </a:rPr>
              <a:t>nel</a:t>
            </a:r>
            <a:r>
              <a:rPr lang="en-GB" sz="1300" dirty="0">
                <a:effectLst/>
                <a:latin typeface="Helvetica Neue" panose="02000503000000020004" pitchFamily="2" charset="0"/>
              </a:rPr>
              <a:t> </a:t>
            </a:r>
            <a:r>
              <a:rPr lang="en-GB" sz="1300" dirty="0" err="1">
                <a:effectLst/>
                <a:latin typeface="Helvetica Neue" panose="02000503000000020004" pitchFamily="2" charset="0"/>
              </a:rPr>
              <a:t>comportamento</a:t>
            </a:r>
            <a:r>
              <a:rPr lang="en-GB" sz="1300" dirty="0">
                <a:effectLst/>
                <a:latin typeface="Helvetica Neue" panose="02000503000000020004" pitchFamily="2" charset="0"/>
              </a:rPr>
              <a:t> del </a:t>
            </a:r>
            <a:r>
              <a:rPr lang="en-GB" sz="1300" dirty="0" err="1">
                <a:effectLst/>
                <a:latin typeface="Helvetica Neue" panose="02000503000000020004" pitchFamily="2" charset="0"/>
              </a:rPr>
              <a:t>linguaggio</a:t>
            </a:r>
            <a:r>
              <a:rPr lang="en-GB" sz="1300" dirty="0">
                <a:effectLst/>
                <a:latin typeface="Helvetica Neue" panose="02000503000000020004" pitchFamily="2" charset="0"/>
              </a:rPr>
              <a:t> </a:t>
            </a:r>
            <a:r>
              <a:rPr lang="en-GB" sz="1300" dirty="0" err="1">
                <a:effectLst/>
                <a:latin typeface="Helvetica Neue" panose="02000503000000020004" pitchFamily="2" charset="0"/>
              </a:rPr>
              <a:t>umano</a:t>
            </a:r>
            <a:r>
              <a:rPr lang="en-GB" sz="1300" dirty="0">
                <a:effectLst/>
                <a:latin typeface="Helvetica Neue" panose="02000503000000020004" pitchFamily="2" charset="0"/>
              </a:rPr>
              <a:t>.</a:t>
            </a:r>
          </a:p>
          <a:p>
            <a:pPr>
              <a:lnSpc>
                <a:spcPct val="100000"/>
              </a:lnSpc>
            </a:pPr>
            <a:endParaRPr lang="en-GB" sz="1300" dirty="0">
              <a:effectLst/>
              <a:latin typeface="Helvetica Neue" panose="02000503000000020004" pitchFamily="2" charset="0"/>
            </a:endParaRPr>
          </a:p>
          <a:p>
            <a:pPr>
              <a:lnSpc>
                <a:spcPct val="100000"/>
              </a:lnSpc>
            </a:pPr>
            <a:endParaRPr lang="en-IT" sz="1300" dirty="0"/>
          </a:p>
        </p:txBody>
      </p:sp>
      <p:sp>
        <p:nvSpPr>
          <p:cNvPr id="4" name="Slide Number Placeholder 3">
            <a:extLst>
              <a:ext uri="{FF2B5EF4-FFF2-40B4-BE49-F238E27FC236}">
                <a16:creationId xmlns:a16="http://schemas.microsoft.com/office/drawing/2014/main" id="{67D62168-709E-42A9-6229-2D35BC327989}"/>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smtClean="0"/>
              <a:pPr>
                <a:spcAft>
                  <a:spcPts val="600"/>
                </a:spcAft>
              </a:pPr>
              <a:t>7</a:t>
            </a:fld>
            <a:endParaRPr lang="en-US"/>
          </a:p>
        </p:txBody>
      </p:sp>
    </p:spTree>
    <p:extLst>
      <p:ext uri="{BB962C8B-B14F-4D97-AF65-F5344CB8AC3E}">
        <p14:creationId xmlns:p14="http://schemas.microsoft.com/office/powerpoint/2010/main" val="134225168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E6FDE22-1F54-452D-A9BA-1BE9FDB534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
            <a:ext cx="12192001"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24727BA-2777-4823-88E1-1B4B61968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AB0E0E5-A956-4B80-A317-E670B96CB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7346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8142369-1172-4897-98AF-7E16842C4A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
            <a:ext cx="12192000" cy="6857996"/>
            <a:chOff x="572" y="-1"/>
            <a:chExt cx="12192000" cy="6857996"/>
          </a:xfrm>
        </p:grpSpPr>
        <p:cxnSp>
          <p:nvCxnSpPr>
            <p:cNvPr id="30" name="Straight Connector 29">
              <a:extLst>
                <a:ext uri="{FF2B5EF4-FFF2-40B4-BE49-F238E27FC236}">
                  <a16:creationId xmlns:a16="http://schemas.microsoft.com/office/drawing/2014/main" id="{6B4EC643-469D-49F7-B2C7-FA3DA6FFAC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3C04565-7FC8-416F-9C08-F430D337F8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2BD8DCF-6634-460D-AA2E-1357451FBA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AC9175-245B-4886-A4F2-EEA53C13F5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Graphic 33">
              <a:extLst>
                <a:ext uri="{FF2B5EF4-FFF2-40B4-BE49-F238E27FC236}">
                  <a16:creationId xmlns:a16="http://schemas.microsoft.com/office/drawing/2014/main" id="{BC567658-11B8-4D35-89AE-B735346691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 name="Graphic 33">
              <a:extLst>
                <a:ext uri="{FF2B5EF4-FFF2-40B4-BE49-F238E27FC236}">
                  <a16:creationId xmlns:a16="http://schemas.microsoft.com/office/drawing/2014/main" id="{B2AAA79A-1602-4193-8170-9C436D9CED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60AAA39E-5508-2C30-55C7-5EDC78180503}"/>
              </a:ext>
            </a:extLst>
          </p:cNvPr>
          <p:cNvSpPr>
            <a:spLocks noGrp="1"/>
          </p:cNvSpPr>
          <p:nvPr>
            <p:ph type="title"/>
          </p:nvPr>
        </p:nvSpPr>
        <p:spPr>
          <a:xfrm>
            <a:off x="841248" y="876303"/>
            <a:ext cx="8817102" cy="2978517"/>
          </a:xfrm>
        </p:spPr>
        <p:txBody>
          <a:bodyPr anchor="b">
            <a:normAutofit/>
          </a:bodyPr>
          <a:lstStyle/>
          <a:p>
            <a:r>
              <a:rPr lang="en-IT">
                <a:solidFill>
                  <a:srgbClr val="FFFFFF"/>
                </a:solidFill>
              </a:rPr>
              <a:t>Breve storia  (3)</a:t>
            </a:r>
            <a:br>
              <a:rPr lang="en-IT">
                <a:solidFill>
                  <a:srgbClr val="FFFFFF"/>
                </a:solidFill>
              </a:rPr>
            </a:br>
            <a:r>
              <a:rPr lang="en-IT">
                <a:solidFill>
                  <a:srgbClr val="FFFFFF"/>
                </a:solidFill>
              </a:rPr>
              <a:t>Anni 50’- 60’</a:t>
            </a:r>
          </a:p>
        </p:txBody>
      </p:sp>
      <p:sp>
        <p:nvSpPr>
          <p:cNvPr id="4" name="Slide Number Placeholder 3">
            <a:extLst>
              <a:ext uri="{FF2B5EF4-FFF2-40B4-BE49-F238E27FC236}">
                <a16:creationId xmlns:a16="http://schemas.microsoft.com/office/drawing/2014/main" id="{B21C9112-8199-2D83-CE81-8A68FABEC10E}"/>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a:solidFill>
                  <a:srgbClr val="FFFFFF"/>
                </a:solidFill>
              </a:rPr>
              <a:pPr>
                <a:spcAft>
                  <a:spcPts val="600"/>
                </a:spcAft>
              </a:pPr>
              <a:t>8</a:t>
            </a:fld>
            <a:endParaRPr lang="en-US">
              <a:solidFill>
                <a:srgbClr val="FFFFFF"/>
              </a:solidFill>
            </a:endParaRPr>
          </a:p>
        </p:txBody>
      </p:sp>
      <p:graphicFrame>
        <p:nvGraphicFramePr>
          <p:cNvPr id="6" name="Content Placeholder 2">
            <a:extLst>
              <a:ext uri="{FF2B5EF4-FFF2-40B4-BE49-F238E27FC236}">
                <a16:creationId xmlns:a16="http://schemas.microsoft.com/office/drawing/2014/main" id="{A7CDA259-FF71-55CA-DCC6-5E8B3F74EC59}"/>
              </a:ext>
            </a:extLst>
          </p:cNvPr>
          <p:cNvGraphicFramePr>
            <a:graphicFrameLocks noGrp="1"/>
          </p:cNvGraphicFramePr>
          <p:nvPr>
            <p:ph idx="1"/>
            <p:extLst>
              <p:ext uri="{D42A27DB-BD31-4B8C-83A1-F6EECF244321}">
                <p14:modId xmlns:p14="http://schemas.microsoft.com/office/powerpoint/2010/main" val="4282220864"/>
              </p:ext>
            </p:extLst>
          </p:nvPr>
        </p:nvGraphicFramePr>
        <p:xfrm>
          <a:off x="841248" y="4105835"/>
          <a:ext cx="8817102" cy="1918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9082371"/>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CF10C978-51B5-420C-9A05-C8F194E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 y="-597"/>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8D34D1C-4E49-4D32-96F1-E49CEBBF8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6EDBC9C2-2A39-44A2-9D95-D1DE9E2B127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2" y="0"/>
            <a:ext cx="12192000" cy="6857912"/>
            <a:chOff x="572" y="0"/>
            <a:chExt cx="12192000" cy="6857912"/>
          </a:xfrm>
        </p:grpSpPr>
        <p:cxnSp>
          <p:nvCxnSpPr>
            <p:cNvPr id="31" name="Straight Connector 30">
              <a:extLst>
                <a:ext uri="{FF2B5EF4-FFF2-40B4-BE49-F238E27FC236}">
                  <a16:creationId xmlns:a16="http://schemas.microsoft.com/office/drawing/2014/main" id="{793379BC-3088-4AE8-8EF7-59370D7EB9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41DE74C-25AE-4959-99D5-0A77F1DFC8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D9235EF-4E81-496D-ADA8-13EED901E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7241A77-6415-454C-B86E-F42A280267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2D58C92-3A73-5C82-ED68-87579BFABBE9}"/>
              </a:ext>
            </a:extLst>
          </p:cNvPr>
          <p:cNvSpPr>
            <a:spLocks noGrp="1"/>
          </p:cNvSpPr>
          <p:nvPr>
            <p:ph type="title"/>
          </p:nvPr>
        </p:nvSpPr>
        <p:spPr>
          <a:xfrm>
            <a:off x="838200" y="727323"/>
            <a:ext cx="4933950" cy="1596291"/>
          </a:xfrm>
        </p:spPr>
        <p:txBody>
          <a:bodyPr>
            <a:normAutofit/>
          </a:bodyPr>
          <a:lstStyle/>
          <a:p>
            <a:r>
              <a:rPr lang="en-IT" dirty="0"/>
              <a:t>Breve storia (4)</a:t>
            </a:r>
          </a:p>
        </p:txBody>
      </p:sp>
      <p:sp>
        <p:nvSpPr>
          <p:cNvPr id="3" name="Content Placeholder 2">
            <a:extLst>
              <a:ext uri="{FF2B5EF4-FFF2-40B4-BE49-F238E27FC236}">
                <a16:creationId xmlns:a16="http://schemas.microsoft.com/office/drawing/2014/main" id="{6D067C28-87EB-F8E7-5F90-16CB897DF637}"/>
              </a:ext>
            </a:extLst>
          </p:cNvPr>
          <p:cNvSpPr>
            <a:spLocks noGrp="1"/>
          </p:cNvSpPr>
          <p:nvPr>
            <p:ph idx="1"/>
          </p:nvPr>
        </p:nvSpPr>
        <p:spPr>
          <a:xfrm>
            <a:off x="838200" y="2434196"/>
            <a:ext cx="4933950" cy="3430575"/>
          </a:xfrm>
        </p:spPr>
        <p:txBody>
          <a:bodyPr>
            <a:normAutofit/>
          </a:bodyPr>
          <a:lstStyle/>
          <a:p>
            <a:pPr marL="0" indent="0">
              <a:lnSpc>
                <a:spcPct val="100000"/>
              </a:lnSpc>
              <a:buNone/>
            </a:pPr>
            <a:r>
              <a:rPr lang="en-GB" sz="1500" u="none" dirty="0"/>
              <a:t>1) </a:t>
            </a:r>
            <a:r>
              <a:rPr lang="en-GB" sz="1500" u="none" dirty="0" err="1"/>
              <a:t>G</a:t>
            </a:r>
            <a:r>
              <a:rPr lang="en-GB" sz="1500" b="0" i="0" u="none" dirty="0" err="1"/>
              <a:t>li</a:t>
            </a:r>
            <a:r>
              <a:rPr lang="en-GB" sz="1500" b="0" i="0" u="none" dirty="0"/>
              <a:t> </a:t>
            </a:r>
            <a:r>
              <a:rPr lang="en-GB" sz="1500" b="0" i="0" u="none" dirty="0" err="1"/>
              <a:t>studi</a:t>
            </a:r>
            <a:r>
              <a:rPr lang="en-GB" sz="1500" b="0" i="0" u="none" dirty="0"/>
              <a:t> di </a:t>
            </a:r>
            <a:r>
              <a:rPr lang="en-GB" sz="1500" b="1" i="0" u="none" dirty="0"/>
              <a:t>padre Roberto Busa</a:t>
            </a:r>
            <a:r>
              <a:rPr lang="en-GB" sz="1500" b="0" i="0" u="none" dirty="0"/>
              <a:t> </a:t>
            </a:r>
            <a:r>
              <a:rPr lang="en-GB" sz="1500" b="0" i="0" u="none" dirty="0" err="1"/>
              <a:t>intorno</a:t>
            </a:r>
            <a:r>
              <a:rPr lang="en-GB" sz="1500" b="0" i="0" u="none" dirty="0"/>
              <a:t> </a:t>
            </a:r>
            <a:r>
              <a:rPr lang="en-GB" sz="1500" b="0" i="0" u="none" dirty="0" err="1"/>
              <a:t>all'utilizzo</a:t>
            </a:r>
            <a:r>
              <a:rPr lang="en-GB" sz="1500" b="0" i="0" u="none" dirty="0"/>
              <a:t> del computer come mezzo di </a:t>
            </a:r>
            <a:r>
              <a:rPr lang="en-GB" sz="1500" b="0" i="0" u="none" dirty="0" err="1"/>
              <a:t>immagazzinamento</a:t>
            </a:r>
            <a:r>
              <a:rPr lang="en-GB" sz="1500" b="0" i="0" u="none" dirty="0"/>
              <a:t> e di </a:t>
            </a:r>
            <a:r>
              <a:rPr lang="en-GB" sz="1500" b="0" i="0" u="none" dirty="0" err="1"/>
              <a:t>analisi</a:t>
            </a:r>
            <a:r>
              <a:rPr lang="en-GB" sz="1500" b="0" i="0" u="none" dirty="0"/>
              <a:t> del testo (anni </a:t>
            </a:r>
            <a:r>
              <a:rPr lang="en-GB" sz="1500" b="0" i="0" u="none" dirty="0" err="1"/>
              <a:t>Cinquanta</a:t>
            </a:r>
            <a:r>
              <a:rPr lang="en-GB" sz="1500" b="0" i="0" u="none" dirty="0"/>
              <a:t> e </a:t>
            </a:r>
            <a:r>
              <a:rPr lang="en-GB" sz="1500" b="0" i="0" u="none" dirty="0" err="1"/>
              <a:t>Sessanta</a:t>
            </a:r>
            <a:r>
              <a:rPr lang="en-GB" sz="1500" b="0" i="0" u="none" dirty="0"/>
              <a:t>), </a:t>
            </a:r>
            <a:r>
              <a:rPr lang="en-GB" sz="1500" b="0" i="0" u="none" dirty="0" err="1"/>
              <a:t>sfociarono</a:t>
            </a:r>
            <a:r>
              <a:rPr lang="en-GB" sz="1500" b="0" i="0" u="none" dirty="0"/>
              <a:t> </a:t>
            </a:r>
            <a:r>
              <a:rPr lang="en-GB" sz="1500" b="0" i="0" u="none" dirty="0" err="1"/>
              <a:t>nella</a:t>
            </a:r>
            <a:r>
              <a:rPr lang="en-GB" sz="1500" b="0" i="0" u="none" dirty="0"/>
              <a:t> </a:t>
            </a:r>
            <a:r>
              <a:rPr lang="en-GB" sz="1500" b="0" i="0" u="none" dirty="0" err="1"/>
              <a:t>creazione</a:t>
            </a:r>
            <a:r>
              <a:rPr lang="en-GB" sz="1500" b="0" i="0" u="none" dirty="0"/>
              <a:t> del primo </a:t>
            </a:r>
            <a:r>
              <a:rPr lang="en-GB" sz="1500" b="0" i="1" u="none" dirty="0"/>
              <a:t>corpus</a:t>
            </a:r>
            <a:r>
              <a:rPr lang="en-GB" sz="1500" b="0" i="0" u="none" dirty="0"/>
              <a:t> </a:t>
            </a:r>
            <a:r>
              <a:rPr lang="en-GB" sz="1500" b="0" i="0" u="none" dirty="0" err="1"/>
              <a:t>elettronico</a:t>
            </a:r>
            <a:r>
              <a:rPr lang="en-GB" sz="1500" b="0" i="0" u="none" dirty="0"/>
              <a:t> </a:t>
            </a:r>
            <a:r>
              <a:rPr lang="en-GB" sz="1500" b="0" i="0" u="none" dirty="0" err="1"/>
              <a:t>dell'opera</a:t>
            </a:r>
            <a:r>
              <a:rPr lang="en-GB" sz="1500" b="0" i="0" u="none" dirty="0"/>
              <a:t> di </a:t>
            </a:r>
            <a:r>
              <a:rPr lang="en-GB" sz="1500" b="1" i="0" u="none" dirty="0"/>
              <a:t>Tommaso </a:t>
            </a:r>
            <a:r>
              <a:rPr lang="en-GB" sz="1500" b="1" i="0" u="none" dirty="0" err="1"/>
              <a:t>D’Aquino</a:t>
            </a:r>
            <a:endParaRPr lang="en-GB" sz="1500" b="1" dirty="0"/>
          </a:p>
          <a:p>
            <a:pPr>
              <a:lnSpc>
                <a:spcPct val="100000"/>
              </a:lnSpc>
            </a:pPr>
            <a:r>
              <a:rPr lang="en-GB" sz="1500" dirty="0" err="1">
                <a:effectLst/>
                <a:latin typeface="Helvetica" pitchFamily="2" charset="0"/>
              </a:rPr>
              <a:t>Spoglio</a:t>
            </a:r>
            <a:r>
              <a:rPr lang="en-GB" sz="1500" dirty="0">
                <a:effectLst/>
                <a:latin typeface="Helvetica" pitchFamily="2" charset="0"/>
              </a:rPr>
              <a:t> </a:t>
            </a:r>
            <a:r>
              <a:rPr lang="en-GB" sz="1500" dirty="0" err="1">
                <a:effectLst/>
                <a:latin typeface="Helvetica" pitchFamily="2" charset="0"/>
              </a:rPr>
              <a:t>elettronico</a:t>
            </a:r>
            <a:r>
              <a:rPr lang="en-GB" sz="1500" dirty="0">
                <a:effectLst/>
                <a:latin typeface="Helvetica" pitchFamily="2" charset="0"/>
              </a:rPr>
              <a:t> </a:t>
            </a:r>
            <a:r>
              <a:rPr lang="en-GB" sz="1500" dirty="0" err="1">
                <a:effectLst/>
                <a:latin typeface="Helvetica" pitchFamily="2" charset="0"/>
              </a:rPr>
              <a:t>dei</a:t>
            </a:r>
            <a:r>
              <a:rPr lang="en-GB" sz="1500" dirty="0">
                <a:effectLst/>
                <a:latin typeface="Helvetica" pitchFamily="2" charset="0"/>
              </a:rPr>
              <a:t> </a:t>
            </a:r>
            <a:r>
              <a:rPr lang="en-GB" sz="1500" dirty="0" err="1">
                <a:effectLst/>
                <a:latin typeface="Helvetica" pitchFamily="2" charset="0"/>
              </a:rPr>
              <a:t>testi</a:t>
            </a:r>
            <a:endParaRPr lang="en-GB" sz="1500" dirty="0">
              <a:effectLst/>
              <a:latin typeface="Helvetica" pitchFamily="2" charset="0"/>
            </a:endParaRPr>
          </a:p>
          <a:p>
            <a:pPr>
              <a:lnSpc>
                <a:spcPct val="100000"/>
              </a:lnSpc>
            </a:pPr>
            <a:r>
              <a:rPr lang="en-GB" sz="1500" dirty="0" err="1">
                <a:effectLst/>
                <a:latin typeface="Helvetica" pitchFamily="2" charset="0"/>
              </a:rPr>
              <a:t>Calcolo</a:t>
            </a:r>
            <a:r>
              <a:rPr lang="en-GB" sz="1500" dirty="0">
                <a:effectLst/>
                <a:latin typeface="Helvetica" pitchFamily="2" charset="0"/>
              </a:rPr>
              <a:t> </a:t>
            </a:r>
            <a:r>
              <a:rPr lang="en-GB" sz="1500" dirty="0" err="1">
                <a:effectLst/>
                <a:latin typeface="Helvetica" pitchFamily="2" charset="0"/>
              </a:rPr>
              <a:t>delle</a:t>
            </a:r>
            <a:r>
              <a:rPr lang="en-GB" sz="1500" dirty="0">
                <a:effectLst/>
                <a:latin typeface="Helvetica" pitchFamily="2" charset="0"/>
              </a:rPr>
              <a:t> </a:t>
            </a:r>
            <a:r>
              <a:rPr lang="en-GB" sz="1500" dirty="0" err="1">
                <a:effectLst/>
                <a:latin typeface="Helvetica" pitchFamily="2" charset="0"/>
              </a:rPr>
              <a:t>frequenze</a:t>
            </a:r>
            <a:r>
              <a:rPr lang="en-GB" sz="1500" dirty="0">
                <a:effectLst/>
                <a:latin typeface="Helvetica" pitchFamily="2" charset="0"/>
              </a:rPr>
              <a:t> </a:t>
            </a:r>
            <a:r>
              <a:rPr lang="en-GB" sz="1500" dirty="0" err="1">
                <a:effectLst/>
                <a:latin typeface="Helvetica" pitchFamily="2" charset="0"/>
              </a:rPr>
              <a:t>delle</a:t>
            </a:r>
            <a:r>
              <a:rPr lang="en-GB" sz="1500" dirty="0">
                <a:effectLst/>
                <a:latin typeface="Helvetica" pitchFamily="2" charset="0"/>
              </a:rPr>
              <a:t> parole</a:t>
            </a:r>
          </a:p>
          <a:p>
            <a:pPr>
              <a:lnSpc>
                <a:spcPct val="100000"/>
              </a:lnSpc>
            </a:pPr>
            <a:r>
              <a:rPr lang="en-GB" sz="1500" dirty="0" err="1">
                <a:effectLst/>
                <a:latin typeface="Helvetica" pitchFamily="2" charset="0"/>
              </a:rPr>
              <a:t>Compilazione</a:t>
            </a:r>
            <a:r>
              <a:rPr lang="en-GB" sz="1500" dirty="0">
                <a:effectLst/>
                <a:latin typeface="Helvetica" pitchFamily="2" charset="0"/>
              </a:rPr>
              <a:t> di </a:t>
            </a:r>
            <a:r>
              <a:rPr lang="en-GB" sz="1500" dirty="0" err="1">
                <a:effectLst/>
                <a:latin typeface="Helvetica" pitchFamily="2" charset="0"/>
              </a:rPr>
              <a:t>indici</a:t>
            </a:r>
            <a:r>
              <a:rPr lang="en-GB" sz="1500" dirty="0">
                <a:effectLst/>
                <a:latin typeface="Helvetica" pitchFamily="2" charset="0"/>
              </a:rPr>
              <a:t>, </a:t>
            </a:r>
            <a:r>
              <a:rPr lang="en-GB" sz="1500" dirty="0" err="1">
                <a:effectLst/>
                <a:latin typeface="Helvetica" pitchFamily="2" charset="0"/>
              </a:rPr>
              <a:t>concordanze</a:t>
            </a:r>
            <a:endParaRPr lang="en-GB" sz="1500" dirty="0">
              <a:effectLst/>
              <a:latin typeface="Helvetica" pitchFamily="2" charset="0"/>
            </a:endParaRPr>
          </a:p>
          <a:p>
            <a:pPr>
              <a:lnSpc>
                <a:spcPct val="100000"/>
              </a:lnSpc>
            </a:pPr>
            <a:r>
              <a:rPr lang="en-GB" sz="1500" dirty="0" err="1">
                <a:effectLst/>
                <a:latin typeface="Helvetica" pitchFamily="2" charset="0"/>
              </a:rPr>
              <a:t>Creazione</a:t>
            </a:r>
            <a:r>
              <a:rPr lang="en-GB" sz="1500" dirty="0">
                <a:effectLst/>
                <a:latin typeface="Helvetica" pitchFamily="2" charset="0"/>
              </a:rPr>
              <a:t> di </a:t>
            </a:r>
            <a:r>
              <a:rPr lang="en-GB" sz="1500" dirty="0" err="1">
                <a:effectLst/>
                <a:latin typeface="Helvetica" pitchFamily="2" charset="0"/>
              </a:rPr>
              <a:t>repertori</a:t>
            </a:r>
            <a:r>
              <a:rPr lang="en-GB" sz="1500" dirty="0">
                <a:effectLst/>
                <a:latin typeface="Helvetica" pitchFamily="2" charset="0"/>
              </a:rPr>
              <a:t> </a:t>
            </a:r>
            <a:r>
              <a:rPr lang="en-GB" sz="1500" dirty="0" err="1">
                <a:effectLst/>
                <a:latin typeface="Helvetica" pitchFamily="2" charset="0"/>
              </a:rPr>
              <a:t>lessicali</a:t>
            </a:r>
            <a:r>
              <a:rPr lang="en-GB" sz="1500" dirty="0">
                <a:effectLst/>
                <a:latin typeface="Helvetica" pitchFamily="2" charset="0"/>
              </a:rPr>
              <a:t> </a:t>
            </a:r>
            <a:r>
              <a:rPr lang="en-GB" sz="1500" dirty="0" err="1">
                <a:effectLst/>
                <a:latin typeface="Helvetica" pitchFamily="2" charset="0"/>
              </a:rPr>
              <a:t>elettronici</a:t>
            </a:r>
            <a:r>
              <a:rPr lang="en-GB" sz="1500" dirty="0">
                <a:effectLst/>
                <a:latin typeface="Helvetica" pitchFamily="2" charset="0"/>
              </a:rPr>
              <a:t> (</a:t>
            </a:r>
            <a:r>
              <a:rPr lang="en-GB" sz="1500" dirty="0" err="1">
                <a:effectLst/>
                <a:latin typeface="Helvetica" pitchFamily="2" charset="0"/>
              </a:rPr>
              <a:t>dizionari-macchina</a:t>
            </a:r>
            <a:r>
              <a:rPr lang="en-GB" sz="1500" dirty="0">
                <a:effectLst/>
                <a:latin typeface="Helvetica" pitchFamily="2" charset="0"/>
              </a:rPr>
              <a:t>)</a:t>
            </a:r>
          </a:p>
          <a:p>
            <a:pPr marL="0" indent="0">
              <a:lnSpc>
                <a:spcPct val="100000"/>
              </a:lnSpc>
              <a:buNone/>
            </a:pPr>
            <a:endParaRPr lang="en-US" sz="1500" b="1" u="none" dirty="0"/>
          </a:p>
          <a:p>
            <a:pPr>
              <a:lnSpc>
                <a:spcPct val="100000"/>
              </a:lnSpc>
            </a:pPr>
            <a:endParaRPr lang="en-IT" sz="1500" dirty="0"/>
          </a:p>
        </p:txBody>
      </p:sp>
      <p:cxnSp>
        <p:nvCxnSpPr>
          <p:cNvPr id="36" name="Straight Connector 35">
            <a:extLst>
              <a:ext uri="{FF2B5EF4-FFF2-40B4-BE49-F238E27FC236}">
                <a16:creationId xmlns:a16="http://schemas.microsoft.com/office/drawing/2014/main" id="{E32B0B7D-C67A-4103-B2F0-ACE40BD56D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091410" y="574154"/>
            <a:ext cx="4590" cy="5693884"/>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Picture 5" descr="A person in a robe standing in front of a shelf of books&#10;&#10;Description automatically generated">
            <a:extLst>
              <a:ext uri="{FF2B5EF4-FFF2-40B4-BE49-F238E27FC236}">
                <a16:creationId xmlns:a16="http://schemas.microsoft.com/office/drawing/2014/main" id="{463C043A-A37E-9CB8-8A1C-9F75B2460B19}"/>
              </a:ext>
            </a:extLst>
          </p:cNvPr>
          <p:cNvPicPr>
            <a:picLocks noChangeAspect="1"/>
          </p:cNvPicPr>
          <p:nvPr/>
        </p:nvPicPr>
        <p:blipFill>
          <a:blip r:embed="rId2"/>
          <a:stretch>
            <a:fillRect/>
          </a:stretch>
        </p:blipFill>
        <p:spPr>
          <a:xfrm>
            <a:off x="6415260" y="1619337"/>
            <a:ext cx="4824168" cy="3618127"/>
          </a:xfrm>
          <a:prstGeom prst="rect">
            <a:avLst/>
          </a:prstGeom>
        </p:spPr>
      </p:pic>
      <p:sp>
        <p:nvSpPr>
          <p:cNvPr id="4" name="Slide Number Placeholder 3">
            <a:extLst>
              <a:ext uri="{FF2B5EF4-FFF2-40B4-BE49-F238E27FC236}">
                <a16:creationId xmlns:a16="http://schemas.microsoft.com/office/drawing/2014/main" id="{584D3D97-3569-B1DC-CAD4-47527288247D}"/>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smtClean="0"/>
              <a:pPr>
                <a:spcAft>
                  <a:spcPts val="600"/>
                </a:spcAft>
              </a:pPr>
              <a:t>9</a:t>
            </a:fld>
            <a:endParaRPr lang="en-US"/>
          </a:p>
        </p:txBody>
      </p:sp>
    </p:spTree>
    <p:extLst>
      <p:ext uri="{BB962C8B-B14F-4D97-AF65-F5344CB8AC3E}">
        <p14:creationId xmlns:p14="http://schemas.microsoft.com/office/powerpoint/2010/main" val="3916499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F10C978-51B5-420C-9A05-C8F194E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 y="-597"/>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8D34D1C-4E49-4D32-96F1-E49CEBBF8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6EDBC9C2-2A39-44A2-9D95-D1DE9E2B127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2" y="0"/>
            <a:ext cx="12192000" cy="6857912"/>
            <a:chOff x="572" y="0"/>
            <a:chExt cx="12192000" cy="6857912"/>
          </a:xfrm>
        </p:grpSpPr>
        <p:cxnSp>
          <p:nvCxnSpPr>
            <p:cNvPr id="16" name="Straight Connector 15">
              <a:extLst>
                <a:ext uri="{FF2B5EF4-FFF2-40B4-BE49-F238E27FC236}">
                  <a16:creationId xmlns:a16="http://schemas.microsoft.com/office/drawing/2014/main" id="{793379BC-3088-4AE8-8EF7-59370D7EB9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41DE74C-25AE-4959-99D5-0A77F1DFC8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D9235EF-4E81-496D-ADA8-13EED901E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7241A77-6415-454C-B86E-F42A280267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73C15148-F78B-BF9B-D6B0-59D89B2A14B0}"/>
              </a:ext>
            </a:extLst>
          </p:cNvPr>
          <p:cNvSpPr>
            <a:spLocks noGrp="1"/>
          </p:cNvSpPr>
          <p:nvPr>
            <p:ph type="title"/>
          </p:nvPr>
        </p:nvSpPr>
        <p:spPr>
          <a:xfrm>
            <a:off x="838200" y="727323"/>
            <a:ext cx="4933950" cy="1596291"/>
          </a:xfrm>
        </p:spPr>
        <p:txBody>
          <a:bodyPr>
            <a:normAutofit/>
          </a:bodyPr>
          <a:lstStyle/>
          <a:p>
            <a:r>
              <a:rPr lang="en-IT" dirty="0"/>
              <a:t>Breve storia (5)</a:t>
            </a:r>
          </a:p>
        </p:txBody>
      </p:sp>
      <p:sp>
        <p:nvSpPr>
          <p:cNvPr id="3" name="Content Placeholder 2">
            <a:extLst>
              <a:ext uri="{FF2B5EF4-FFF2-40B4-BE49-F238E27FC236}">
                <a16:creationId xmlns:a16="http://schemas.microsoft.com/office/drawing/2014/main" id="{199763CB-94C7-7F55-3482-6224BCC17B40}"/>
              </a:ext>
            </a:extLst>
          </p:cNvPr>
          <p:cNvSpPr>
            <a:spLocks noGrp="1"/>
          </p:cNvSpPr>
          <p:nvPr>
            <p:ph idx="1"/>
          </p:nvPr>
        </p:nvSpPr>
        <p:spPr>
          <a:xfrm>
            <a:off x="838200" y="2434196"/>
            <a:ext cx="4933950" cy="3430575"/>
          </a:xfrm>
        </p:spPr>
        <p:txBody>
          <a:bodyPr>
            <a:normAutofit/>
          </a:bodyPr>
          <a:lstStyle/>
          <a:p>
            <a:pPr marL="0" indent="0">
              <a:lnSpc>
                <a:spcPct val="100000"/>
              </a:lnSpc>
              <a:buNone/>
            </a:pPr>
            <a:r>
              <a:rPr lang="en-GB" sz="1400" dirty="0">
                <a:effectLst/>
                <a:latin typeface="Helvetica" pitchFamily="2" charset="0"/>
              </a:rPr>
              <a:t>2) Nel 1957 </a:t>
            </a:r>
            <a:r>
              <a:rPr lang="en-GB" sz="1400" b="1" dirty="0">
                <a:effectLst/>
                <a:latin typeface="Helvetica" pitchFamily="2" charset="0"/>
              </a:rPr>
              <a:t>Noam Chomsky </a:t>
            </a:r>
            <a:r>
              <a:rPr lang="en-GB" sz="1400" dirty="0" err="1">
                <a:effectLst/>
                <a:latin typeface="Helvetica" pitchFamily="2" charset="0"/>
              </a:rPr>
              <a:t>pubblica</a:t>
            </a:r>
            <a:r>
              <a:rPr lang="en-GB" sz="1400" dirty="0">
                <a:effectLst/>
                <a:latin typeface="Helvetica" pitchFamily="2" charset="0"/>
              </a:rPr>
              <a:t> «Syntactic structures»,</a:t>
            </a:r>
            <a:r>
              <a:rPr lang="en-GB" sz="1400" dirty="0" err="1">
                <a:effectLst/>
                <a:latin typeface="Helvetica" pitchFamily="2" charset="0"/>
              </a:rPr>
              <a:t>che</a:t>
            </a:r>
            <a:r>
              <a:rPr lang="en-GB" sz="1400" dirty="0">
                <a:effectLst/>
                <a:latin typeface="Helvetica" pitchFamily="2" charset="0"/>
              </a:rPr>
              <a:t> </a:t>
            </a:r>
            <a:r>
              <a:rPr lang="en-GB" sz="1400" dirty="0" err="1">
                <a:effectLst/>
                <a:latin typeface="Helvetica" pitchFamily="2" charset="0"/>
              </a:rPr>
              <a:t>sancisce</a:t>
            </a:r>
            <a:r>
              <a:rPr lang="en-GB" sz="1400" dirty="0">
                <a:effectLst/>
                <a:latin typeface="Helvetica" pitchFamily="2" charset="0"/>
              </a:rPr>
              <a:t> la </a:t>
            </a:r>
            <a:r>
              <a:rPr lang="en-GB" sz="1400" dirty="0" err="1">
                <a:effectLst/>
                <a:latin typeface="Helvetica" pitchFamily="2" charset="0"/>
              </a:rPr>
              <a:t>nascita</a:t>
            </a:r>
            <a:r>
              <a:rPr lang="en-GB" sz="1400" dirty="0">
                <a:effectLst/>
                <a:latin typeface="Helvetica" pitchFamily="2" charset="0"/>
              </a:rPr>
              <a:t> </a:t>
            </a:r>
            <a:r>
              <a:rPr lang="en-GB" sz="1400" dirty="0" err="1">
                <a:effectLst/>
                <a:latin typeface="Helvetica" pitchFamily="2" charset="0"/>
              </a:rPr>
              <a:t>della</a:t>
            </a:r>
            <a:r>
              <a:rPr lang="en-GB" sz="1400" dirty="0">
                <a:effectLst/>
                <a:latin typeface="Helvetica" pitchFamily="2" charset="0"/>
              </a:rPr>
              <a:t> </a:t>
            </a:r>
            <a:r>
              <a:rPr lang="en-GB" sz="1400" dirty="0" err="1">
                <a:effectLst/>
                <a:latin typeface="Helvetica" pitchFamily="2" charset="0"/>
              </a:rPr>
              <a:t>grammatica</a:t>
            </a:r>
            <a:r>
              <a:rPr lang="en-GB" sz="1400" dirty="0">
                <a:effectLst/>
                <a:latin typeface="Helvetica" pitchFamily="2" charset="0"/>
              </a:rPr>
              <a:t> </a:t>
            </a:r>
            <a:r>
              <a:rPr lang="en-GB" sz="1400" dirty="0" err="1">
                <a:effectLst/>
                <a:latin typeface="Helvetica" pitchFamily="2" charset="0"/>
              </a:rPr>
              <a:t>generativa</a:t>
            </a:r>
            <a:r>
              <a:rPr lang="en-GB" sz="1400" dirty="0">
                <a:latin typeface="Helvetica" pitchFamily="2" charset="0"/>
              </a:rPr>
              <a:t>.</a:t>
            </a:r>
            <a:endParaRPr lang="en-GB" sz="1400" dirty="0">
              <a:effectLst/>
              <a:latin typeface="Helvetica" pitchFamily="2" charset="0"/>
            </a:endParaRPr>
          </a:p>
          <a:p>
            <a:pPr marL="0" indent="0">
              <a:lnSpc>
                <a:spcPct val="100000"/>
              </a:lnSpc>
              <a:buNone/>
            </a:pPr>
            <a:r>
              <a:rPr lang="en-GB" sz="1400" dirty="0">
                <a:effectLst/>
                <a:latin typeface="Helvetica" pitchFamily="2" charset="0"/>
              </a:rPr>
              <a:t>Si </a:t>
            </a:r>
            <a:r>
              <a:rPr lang="en-GB" sz="1400" dirty="0" err="1">
                <a:effectLst/>
                <a:latin typeface="Helvetica" pitchFamily="2" charset="0"/>
              </a:rPr>
              <a:t>sviluppa</a:t>
            </a:r>
            <a:r>
              <a:rPr lang="en-GB" sz="1400" dirty="0">
                <a:effectLst/>
                <a:latin typeface="Helvetica" pitchFamily="2" charset="0"/>
              </a:rPr>
              <a:t> </a:t>
            </a:r>
            <a:r>
              <a:rPr lang="en-GB" sz="1400" dirty="0" err="1">
                <a:effectLst/>
                <a:latin typeface="Helvetica" pitchFamily="2" charset="0"/>
              </a:rPr>
              <a:t>un’intesa</a:t>
            </a:r>
            <a:r>
              <a:rPr lang="en-GB" sz="1400" dirty="0">
                <a:effectLst/>
                <a:latin typeface="Helvetica" pitchFamily="2" charset="0"/>
              </a:rPr>
              <a:t> </a:t>
            </a:r>
            <a:r>
              <a:rPr lang="en-GB" sz="1400" dirty="0" err="1">
                <a:effectLst/>
                <a:latin typeface="Helvetica" pitchFamily="2" charset="0"/>
              </a:rPr>
              <a:t>attività</a:t>
            </a:r>
            <a:r>
              <a:rPr lang="en-GB" sz="1400" dirty="0">
                <a:effectLst/>
                <a:latin typeface="Helvetica" pitchFamily="2" charset="0"/>
              </a:rPr>
              <a:t> di </a:t>
            </a:r>
            <a:r>
              <a:rPr lang="en-GB" sz="1400" dirty="0" err="1">
                <a:effectLst/>
                <a:latin typeface="Helvetica" pitchFamily="2" charset="0"/>
              </a:rPr>
              <a:t>indagine</a:t>
            </a:r>
            <a:r>
              <a:rPr lang="en-GB" sz="1400" dirty="0">
                <a:effectLst/>
                <a:latin typeface="Helvetica" pitchFamily="2" charset="0"/>
              </a:rPr>
              <a:t> </a:t>
            </a:r>
            <a:r>
              <a:rPr lang="en-GB" sz="1400" dirty="0" err="1">
                <a:effectLst/>
                <a:latin typeface="Helvetica" pitchFamily="2" charset="0"/>
              </a:rPr>
              <a:t>sulle</a:t>
            </a:r>
            <a:r>
              <a:rPr lang="en-GB" sz="1400" dirty="0">
                <a:effectLst/>
                <a:latin typeface="Helvetica" pitchFamily="2" charset="0"/>
              </a:rPr>
              <a:t> </a:t>
            </a:r>
            <a:r>
              <a:rPr lang="en-GB" sz="1400" dirty="0" err="1">
                <a:effectLst/>
                <a:latin typeface="Helvetica" pitchFamily="2" charset="0"/>
              </a:rPr>
              <a:t>proprietà</a:t>
            </a:r>
            <a:r>
              <a:rPr lang="en-GB" sz="1400" dirty="0">
                <a:effectLst/>
                <a:latin typeface="Helvetica" pitchFamily="2" charset="0"/>
              </a:rPr>
              <a:t> del </a:t>
            </a:r>
            <a:r>
              <a:rPr lang="en-GB" sz="1400" dirty="0" err="1">
                <a:effectLst/>
                <a:latin typeface="Helvetica" pitchFamily="2" charset="0"/>
              </a:rPr>
              <a:t>linguaggio</a:t>
            </a:r>
            <a:r>
              <a:rPr lang="en-GB" sz="1400" dirty="0">
                <a:effectLst/>
                <a:latin typeface="Helvetica" pitchFamily="2" charset="0"/>
              </a:rPr>
              <a:t> </a:t>
            </a:r>
            <a:r>
              <a:rPr lang="en-GB" sz="1400" dirty="0" err="1">
                <a:effectLst/>
                <a:latin typeface="Helvetica" pitchFamily="2" charset="0"/>
              </a:rPr>
              <a:t>naturale</a:t>
            </a:r>
            <a:r>
              <a:rPr lang="en-GB" sz="1400" dirty="0">
                <a:effectLst/>
                <a:latin typeface="Helvetica" pitchFamily="2" charset="0"/>
              </a:rPr>
              <a:t>, con </a:t>
            </a:r>
            <a:r>
              <a:rPr lang="en-GB" sz="1400" dirty="0" err="1">
                <a:effectLst/>
                <a:latin typeface="Helvetica" pitchFamily="2" charset="0"/>
              </a:rPr>
              <a:t>l’ausilio</a:t>
            </a:r>
            <a:r>
              <a:rPr lang="en-GB" sz="1400" dirty="0">
                <a:effectLst/>
                <a:latin typeface="Helvetica" pitchFamily="2" charset="0"/>
              </a:rPr>
              <a:t> </a:t>
            </a:r>
            <a:r>
              <a:rPr lang="en-GB" sz="1400" dirty="0" err="1">
                <a:effectLst/>
                <a:latin typeface="Helvetica" pitchFamily="2" charset="0"/>
              </a:rPr>
              <a:t>delle</a:t>
            </a:r>
            <a:r>
              <a:rPr lang="en-GB" sz="1400" dirty="0">
                <a:effectLst/>
                <a:latin typeface="Helvetica" pitchFamily="2" charset="0"/>
              </a:rPr>
              <a:t> </a:t>
            </a:r>
            <a:r>
              <a:rPr lang="en-GB" sz="1400" dirty="0" err="1">
                <a:effectLst/>
                <a:latin typeface="Helvetica" pitchFamily="2" charset="0"/>
              </a:rPr>
              <a:t>grammatiche</a:t>
            </a:r>
            <a:r>
              <a:rPr lang="en-GB" sz="1400" dirty="0">
                <a:effectLst/>
                <a:latin typeface="Helvetica" pitchFamily="2" charset="0"/>
              </a:rPr>
              <a:t> </a:t>
            </a:r>
            <a:r>
              <a:rPr lang="en-GB" sz="1400" dirty="0" err="1">
                <a:effectLst/>
                <a:latin typeface="Helvetica" pitchFamily="2" charset="0"/>
              </a:rPr>
              <a:t>formali</a:t>
            </a:r>
            <a:r>
              <a:rPr lang="en-GB" sz="1400" dirty="0">
                <a:effectLst/>
                <a:latin typeface="Helvetica" pitchFamily="2" charset="0"/>
              </a:rPr>
              <a:t>.</a:t>
            </a:r>
            <a:r>
              <a:rPr lang="en-GB" sz="1400" dirty="0">
                <a:effectLst/>
                <a:latin typeface="Arial" panose="020B0604020202020204" pitchFamily="34" charset="0"/>
              </a:rPr>
              <a:t> </a:t>
            </a:r>
            <a:r>
              <a:rPr lang="en-GB" sz="1400" dirty="0">
                <a:latin typeface="Arial" panose="020B0604020202020204" pitchFamily="34" charset="0"/>
              </a:rPr>
              <a:t>Q</a:t>
            </a:r>
            <a:r>
              <a:rPr lang="en-GB" sz="1400" b="0" i="0" u="none" strike="noStrike" dirty="0">
                <a:effectLst/>
                <a:latin typeface="Arial" panose="020B0604020202020204" pitchFamily="34" charset="0"/>
              </a:rPr>
              <a:t>uesta </a:t>
            </a:r>
            <a:r>
              <a:rPr lang="en-GB" sz="1400" b="0" i="0" u="none" strike="noStrike" dirty="0" err="1">
                <a:effectLst/>
                <a:latin typeface="Arial" panose="020B0604020202020204" pitchFamily="34" charset="0"/>
              </a:rPr>
              <a:t>teoria</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linguistica</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prescindendo</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dall'uso</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cerca</a:t>
            </a:r>
            <a:r>
              <a:rPr lang="en-GB" sz="1400" b="0" i="0" u="none" strike="noStrike" dirty="0">
                <a:effectLst/>
                <a:latin typeface="Arial" panose="020B0604020202020204" pitchFamily="34" charset="0"/>
              </a:rPr>
              <a:t> di </a:t>
            </a:r>
            <a:r>
              <a:rPr lang="en-GB" sz="1400" b="0" i="0" u="none" strike="noStrike" dirty="0" err="1">
                <a:effectLst/>
                <a:latin typeface="Arial" panose="020B0604020202020204" pitchFamily="34" charset="0"/>
              </a:rPr>
              <a:t>individuare</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delle</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regole</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astratte</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che</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descrivano</a:t>
            </a:r>
            <a:r>
              <a:rPr lang="en-GB" sz="1400" b="0" i="0" u="none" strike="noStrike" dirty="0">
                <a:effectLst/>
                <a:latin typeface="Arial" panose="020B0604020202020204" pitchFamily="34" charset="0"/>
              </a:rPr>
              <a:t> la </a:t>
            </a:r>
            <a:r>
              <a:rPr lang="en-GB" sz="1400" b="0" i="0" u="none" strike="noStrike" dirty="0" err="1">
                <a:effectLst/>
                <a:latin typeface="Arial" panose="020B0604020202020204" pitchFamily="34" charset="0"/>
              </a:rPr>
              <a:t>competenza</a:t>
            </a:r>
            <a:r>
              <a:rPr lang="en-GB" sz="1400" b="0" i="0" u="none" strike="noStrike" dirty="0">
                <a:effectLst/>
                <a:latin typeface="Arial" panose="020B0604020202020204" pitchFamily="34" charset="0"/>
              </a:rPr>
              <a:t> </a:t>
            </a:r>
            <a:r>
              <a:rPr lang="en-GB" sz="1400" b="0" i="0" u="none" strike="noStrike" dirty="0" err="1">
                <a:effectLst/>
                <a:latin typeface="Arial" panose="020B0604020202020204" pitchFamily="34" charset="0"/>
              </a:rPr>
              <a:t>della</a:t>
            </a:r>
            <a:r>
              <a:rPr lang="en-GB" sz="1400" b="0" i="0" u="none" strike="noStrike" dirty="0">
                <a:effectLst/>
                <a:latin typeface="Arial" panose="020B0604020202020204" pitchFamily="34" charset="0"/>
              </a:rPr>
              <a:t> lingua </a:t>
            </a:r>
            <a:r>
              <a:rPr lang="en-GB" sz="1400" b="0" i="0" u="none" strike="noStrike" dirty="0" err="1">
                <a:effectLst/>
                <a:latin typeface="Arial" panose="020B0604020202020204" pitchFamily="34" charset="0"/>
              </a:rPr>
              <a:t>posseduta</a:t>
            </a:r>
            <a:r>
              <a:rPr lang="en-GB" sz="1400" b="0" i="0" u="none" strike="noStrike" dirty="0">
                <a:effectLst/>
                <a:latin typeface="Arial" panose="020B0604020202020204" pitchFamily="34" charset="0"/>
              </a:rPr>
              <a:t> da un </a:t>
            </a:r>
            <a:r>
              <a:rPr lang="en-GB" sz="1400" b="0" i="0" u="none" strike="noStrike" dirty="0" err="1">
                <a:effectLst/>
                <a:latin typeface="Arial" panose="020B0604020202020204" pitchFamily="34" charset="0"/>
              </a:rPr>
              <a:t>parlante</a:t>
            </a:r>
            <a:r>
              <a:rPr lang="en-GB" sz="1400" b="0" i="0" u="none" strike="noStrike" dirty="0">
                <a:effectLst/>
                <a:latin typeface="Arial" panose="020B0604020202020204" pitchFamily="34" charset="0"/>
              </a:rPr>
              <a:t>.</a:t>
            </a:r>
            <a:endParaRPr lang="en-GB" sz="1400" dirty="0">
              <a:latin typeface="Arial" panose="020B0604020202020204" pitchFamily="34" charset="0"/>
            </a:endParaRPr>
          </a:p>
          <a:p>
            <a:pPr marL="0" indent="0">
              <a:lnSpc>
                <a:spcPct val="100000"/>
              </a:lnSpc>
              <a:buNone/>
            </a:pPr>
            <a:r>
              <a:rPr lang="en-GB" sz="1400" dirty="0">
                <a:effectLst/>
                <a:latin typeface="Helvetica" pitchFamily="2" charset="0"/>
              </a:rPr>
              <a:t>Di </a:t>
            </a:r>
            <a:r>
              <a:rPr lang="en-GB" sz="1400" dirty="0" err="1">
                <a:effectLst/>
                <a:latin typeface="Helvetica" pitchFamily="2" charset="0"/>
              </a:rPr>
              <a:t>conseguenza</a:t>
            </a:r>
            <a:r>
              <a:rPr lang="en-GB" sz="1400" dirty="0">
                <a:effectLst/>
                <a:latin typeface="Helvetica" pitchFamily="2" charset="0"/>
              </a:rPr>
              <a:t>, </a:t>
            </a:r>
            <a:r>
              <a:rPr lang="en-GB" sz="1400" dirty="0" err="1">
                <a:effectLst/>
                <a:latin typeface="Helvetica" pitchFamily="2" charset="0"/>
              </a:rPr>
              <a:t>sviluppare</a:t>
            </a:r>
            <a:r>
              <a:rPr lang="en-GB" sz="1400" dirty="0">
                <a:effectLst/>
                <a:latin typeface="Helvetica" pitchFamily="2" charset="0"/>
              </a:rPr>
              <a:t> un </a:t>
            </a:r>
            <a:r>
              <a:rPr lang="en-GB" sz="1400" dirty="0" err="1">
                <a:effectLst/>
                <a:latin typeface="Helvetica" pitchFamily="2" charset="0"/>
              </a:rPr>
              <a:t>modello</a:t>
            </a:r>
            <a:r>
              <a:rPr lang="en-GB" sz="1400" dirty="0">
                <a:effectLst/>
                <a:latin typeface="Helvetica" pitchFamily="2" charset="0"/>
              </a:rPr>
              <a:t> </a:t>
            </a:r>
            <a:r>
              <a:rPr lang="en-GB" sz="1400" dirty="0" err="1">
                <a:effectLst/>
                <a:latin typeface="Helvetica" pitchFamily="2" charset="0"/>
              </a:rPr>
              <a:t>computazionale</a:t>
            </a:r>
            <a:r>
              <a:rPr lang="en-GB" sz="1400" dirty="0">
                <a:effectLst/>
                <a:latin typeface="Helvetica" pitchFamily="2" charset="0"/>
              </a:rPr>
              <a:t> del </a:t>
            </a:r>
            <a:r>
              <a:rPr lang="en-GB" sz="1400" dirty="0" err="1">
                <a:effectLst/>
                <a:latin typeface="Helvetica" pitchFamily="2" charset="0"/>
              </a:rPr>
              <a:t>linguaggio</a:t>
            </a:r>
            <a:r>
              <a:rPr lang="en-GB" sz="1400" dirty="0">
                <a:latin typeface="Helvetica" pitchFamily="2" charset="0"/>
              </a:rPr>
              <a:t> </a:t>
            </a:r>
            <a:r>
              <a:rPr lang="en-GB" sz="1400" dirty="0">
                <a:effectLst/>
                <a:latin typeface="Helvetica" pitchFamily="2" charset="0"/>
              </a:rPr>
              <a:t>ha </a:t>
            </a:r>
            <a:r>
              <a:rPr lang="en-GB" sz="1400" dirty="0" err="1">
                <a:effectLst/>
                <a:latin typeface="Helvetica" pitchFamily="2" charset="0"/>
              </a:rPr>
              <a:t>voluto</a:t>
            </a:r>
            <a:r>
              <a:rPr lang="en-GB" sz="1400" dirty="0">
                <a:effectLst/>
                <a:latin typeface="Helvetica" pitchFamily="2" charset="0"/>
              </a:rPr>
              <a:t> dire per </a:t>
            </a:r>
            <a:r>
              <a:rPr lang="en-GB" sz="1400" dirty="0" err="1">
                <a:effectLst/>
                <a:latin typeface="Helvetica" pitchFamily="2" charset="0"/>
              </a:rPr>
              <a:t>lungo</a:t>
            </a:r>
            <a:r>
              <a:rPr lang="en-GB" sz="1400" dirty="0">
                <a:effectLst/>
                <a:latin typeface="Helvetica" pitchFamily="2" charset="0"/>
              </a:rPr>
              <a:t> tempo </a:t>
            </a:r>
            <a:r>
              <a:rPr lang="en-GB" sz="1400" dirty="0" err="1">
                <a:effectLst/>
                <a:latin typeface="Helvetica" pitchFamily="2" charset="0"/>
              </a:rPr>
              <a:t>scrivere</a:t>
            </a:r>
            <a:r>
              <a:rPr lang="en-GB" sz="1400" dirty="0">
                <a:effectLst/>
                <a:latin typeface="Helvetica" pitchFamily="2" charset="0"/>
              </a:rPr>
              <a:t> </a:t>
            </a:r>
            <a:r>
              <a:rPr lang="en-GB" sz="1400" dirty="0" err="1">
                <a:effectLst/>
                <a:latin typeface="Helvetica" pitchFamily="2" charset="0"/>
              </a:rPr>
              <a:t>sistemi</a:t>
            </a:r>
            <a:r>
              <a:rPr lang="en-GB" sz="1400" dirty="0">
                <a:effectLst/>
                <a:latin typeface="Helvetica" pitchFamily="2" charset="0"/>
              </a:rPr>
              <a:t> di </a:t>
            </a:r>
            <a:r>
              <a:rPr lang="en-GB" sz="1400" b="1" dirty="0" err="1">
                <a:effectLst/>
                <a:latin typeface="Helvetica" pitchFamily="2" charset="0"/>
              </a:rPr>
              <a:t>regole</a:t>
            </a:r>
            <a:r>
              <a:rPr lang="en-GB" sz="1400" b="1" dirty="0">
                <a:effectLst/>
                <a:latin typeface="Helvetica" pitchFamily="2" charset="0"/>
              </a:rPr>
              <a:t> </a:t>
            </a:r>
            <a:r>
              <a:rPr lang="en-GB" sz="1400" b="1" dirty="0" err="1">
                <a:effectLst/>
                <a:latin typeface="Helvetica" pitchFamily="2" charset="0"/>
              </a:rPr>
              <a:t>linguistiche</a:t>
            </a:r>
            <a:r>
              <a:rPr lang="en-GB" sz="1400" dirty="0">
                <a:latin typeface="Helvetica" pitchFamily="2" charset="0"/>
              </a:rPr>
              <a:t> </a:t>
            </a:r>
            <a:r>
              <a:rPr lang="en-GB" sz="1400" dirty="0" err="1">
                <a:effectLst/>
                <a:latin typeface="Helvetica" pitchFamily="2" charset="0"/>
              </a:rPr>
              <a:t>interpretabili</a:t>
            </a:r>
            <a:r>
              <a:rPr lang="en-GB" sz="1400" dirty="0">
                <a:effectLst/>
                <a:latin typeface="Helvetica" pitchFamily="2" charset="0"/>
              </a:rPr>
              <a:t> dal </a:t>
            </a:r>
            <a:r>
              <a:rPr lang="en-GB" sz="1400" dirty="0" err="1">
                <a:effectLst/>
                <a:latin typeface="Helvetica" pitchFamily="2" charset="0"/>
              </a:rPr>
              <a:t>calcolatore</a:t>
            </a:r>
            <a:r>
              <a:rPr lang="en-GB" sz="1400" dirty="0">
                <a:effectLst/>
                <a:latin typeface="Helvetica" pitchFamily="2" charset="0"/>
              </a:rPr>
              <a:t>:</a:t>
            </a:r>
            <a:endParaRPr lang="en-GB" sz="1400" dirty="0">
              <a:latin typeface="Helvetica" pitchFamily="2" charset="0"/>
            </a:endParaRPr>
          </a:p>
          <a:p>
            <a:pPr marL="0" indent="0">
              <a:lnSpc>
                <a:spcPct val="100000"/>
              </a:lnSpc>
              <a:buNone/>
            </a:pPr>
            <a:r>
              <a:rPr lang="en-GB" sz="1400" dirty="0" err="1">
                <a:effectLst/>
                <a:latin typeface="Helvetica" pitchFamily="2" charset="0"/>
              </a:rPr>
              <a:t>si</a:t>
            </a:r>
            <a:r>
              <a:rPr lang="en-GB" sz="1400" dirty="0">
                <a:effectLst/>
                <a:latin typeface="Helvetica" pitchFamily="2" charset="0"/>
              </a:rPr>
              <a:t> </a:t>
            </a:r>
            <a:r>
              <a:rPr lang="en-GB" sz="1400" dirty="0" err="1">
                <a:effectLst/>
                <a:latin typeface="Helvetica" pitchFamily="2" charset="0"/>
              </a:rPr>
              <a:t>sviluppa</a:t>
            </a:r>
            <a:r>
              <a:rPr lang="en-GB" sz="1400" dirty="0">
                <a:effectLst/>
                <a:latin typeface="Helvetica" pitchFamily="2" charset="0"/>
              </a:rPr>
              <a:t> </a:t>
            </a:r>
            <a:r>
              <a:rPr lang="en-GB" sz="1400" b="1" dirty="0" err="1">
                <a:effectLst/>
                <a:latin typeface="Helvetica" pitchFamily="2" charset="0"/>
              </a:rPr>
              <a:t>l’approccio</a:t>
            </a:r>
            <a:r>
              <a:rPr lang="en-GB" sz="1400" b="1" dirty="0">
                <a:effectLst/>
                <a:latin typeface="Helvetica" pitchFamily="2" charset="0"/>
              </a:rPr>
              <a:t> </a:t>
            </a:r>
            <a:r>
              <a:rPr lang="en-GB" sz="1400" b="1" dirty="0" err="1">
                <a:effectLst/>
                <a:latin typeface="Helvetica" pitchFamily="2" charset="0"/>
              </a:rPr>
              <a:t>simbolico</a:t>
            </a:r>
            <a:r>
              <a:rPr lang="en-GB" sz="1400" b="1" dirty="0">
                <a:effectLst/>
                <a:latin typeface="Helvetica" pitchFamily="2" charset="0"/>
              </a:rPr>
              <a:t> </a:t>
            </a:r>
            <a:r>
              <a:rPr lang="en-GB" sz="1400" b="1" dirty="0">
                <a:latin typeface="Helvetica" pitchFamily="2" charset="0"/>
              </a:rPr>
              <a:t>(</a:t>
            </a:r>
            <a:r>
              <a:rPr lang="en-GB" sz="1400" dirty="0" err="1">
                <a:effectLst/>
                <a:latin typeface="Helvetica" pitchFamily="2" charset="0"/>
              </a:rPr>
              <a:t>dagli</a:t>
            </a:r>
            <a:r>
              <a:rPr lang="en-GB" sz="1400" dirty="0">
                <a:effectLst/>
                <a:latin typeface="Helvetica" pitchFamily="2" charset="0"/>
              </a:rPr>
              <a:t> anni 60 </a:t>
            </a:r>
            <a:r>
              <a:rPr lang="en-GB" sz="1400" dirty="0" err="1">
                <a:effectLst/>
                <a:latin typeface="Helvetica" pitchFamily="2" charset="0"/>
              </a:rPr>
              <a:t>agli</a:t>
            </a:r>
            <a:r>
              <a:rPr lang="en-GB" sz="1400" dirty="0">
                <a:effectLst/>
                <a:latin typeface="Helvetica" pitchFamily="2" charset="0"/>
              </a:rPr>
              <a:t> anni 80)</a:t>
            </a:r>
          </a:p>
          <a:p>
            <a:pPr>
              <a:lnSpc>
                <a:spcPct val="100000"/>
              </a:lnSpc>
            </a:pPr>
            <a:endParaRPr lang="en-IT" sz="1400" dirty="0"/>
          </a:p>
        </p:txBody>
      </p:sp>
      <p:cxnSp>
        <p:nvCxnSpPr>
          <p:cNvPr id="21" name="Straight Connector 20">
            <a:extLst>
              <a:ext uri="{FF2B5EF4-FFF2-40B4-BE49-F238E27FC236}">
                <a16:creationId xmlns:a16="http://schemas.microsoft.com/office/drawing/2014/main" id="{E32B0B7D-C67A-4103-B2F0-ACE40BD56D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091410" y="574154"/>
            <a:ext cx="4590" cy="5693884"/>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Picture 5" descr="A person wearing glasses and a sweater&#10;&#10;Description automatically generated">
            <a:extLst>
              <a:ext uri="{FF2B5EF4-FFF2-40B4-BE49-F238E27FC236}">
                <a16:creationId xmlns:a16="http://schemas.microsoft.com/office/drawing/2014/main" id="{70537A52-469A-5E8C-97EA-37D30D275DB9}"/>
              </a:ext>
            </a:extLst>
          </p:cNvPr>
          <p:cNvPicPr>
            <a:picLocks noChangeAspect="1"/>
          </p:cNvPicPr>
          <p:nvPr/>
        </p:nvPicPr>
        <p:blipFill>
          <a:blip r:embed="rId2"/>
          <a:stretch>
            <a:fillRect/>
          </a:stretch>
        </p:blipFill>
        <p:spPr>
          <a:xfrm>
            <a:off x="6766286" y="868081"/>
            <a:ext cx="4122115" cy="5120640"/>
          </a:xfrm>
          <a:prstGeom prst="rect">
            <a:avLst/>
          </a:prstGeom>
        </p:spPr>
      </p:pic>
      <p:sp>
        <p:nvSpPr>
          <p:cNvPr id="4" name="Slide Number Placeholder 3">
            <a:extLst>
              <a:ext uri="{FF2B5EF4-FFF2-40B4-BE49-F238E27FC236}">
                <a16:creationId xmlns:a16="http://schemas.microsoft.com/office/drawing/2014/main" id="{D81AE772-F313-BC02-6402-3808635EDB52}"/>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smtClean="0"/>
              <a:pPr>
                <a:spcAft>
                  <a:spcPts val="600"/>
                </a:spcAft>
              </a:pPr>
              <a:t>10</a:t>
            </a:fld>
            <a:endParaRPr lang="en-US"/>
          </a:p>
        </p:txBody>
      </p:sp>
    </p:spTree>
    <p:extLst>
      <p:ext uri="{BB962C8B-B14F-4D97-AF65-F5344CB8AC3E}">
        <p14:creationId xmlns:p14="http://schemas.microsoft.com/office/powerpoint/2010/main" val="156875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F10C978-51B5-420C-9A05-C8F194E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 y="-597"/>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8D34D1C-4E49-4D32-96F1-E49CEBBF8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6EDBC9C2-2A39-44A2-9D95-D1DE9E2B127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2" y="0"/>
            <a:ext cx="12192000" cy="6857912"/>
            <a:chOff x="572" y="0"/>
            <a:chExt cx="12192000" cy="6857912"/>
          </a:xfrm>
        </p:grpSpPr>
        <p:cxnSp>
          <p:nvCxnSpPr>
            <p:cNvPr id="16" name="Straight Connector 15">
              <a:extLst>
                <a:ext uri="{FF2B5EF4-FFF2-40B4-BE49-F238E27FC236}">
                  <a16:creationId xmlns:a16="http://schemas.microsoft.com/office/drawing/2014/main" id="{793379BC-3088-4AE8-8EF7-59370D7EB9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41DE74C-25AE-4959-99D5-0A77F1DFC8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D9235EF-4E81-496D-ADA8-13EED901E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7241A77-6415-454C-B86E-F42A280267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877E19C-27A3-710F-8780-07FCCCAB5A62}"/>
              </a:ext>
            </a:extLst>
          </p:cNvPr>
          <p:cNvSpPr>
            <a:spLocks noGrp="1"/>
          </p:cNvSpPr>
          <p:nvPr>
            <p:ph type="title"/>
          </p:nvPr>
        </p:nvSpPr>
        <p:spPr>
          <a:xfrm>
            <a:off x="838200" y="727323"/>
            <a:ext cx="4933950" cy="1596291"/>
          </a:xfrm>
        </p:spPr>
        <p:txBody>
          <a:bodyPr>
            <a:normAutofit/>
          </a:bodyPr>
          <a:lstStyle/>
          <a:p>
            <a:r>
              <a:rPr lang="en-IT" dirty="0"/>
              <a:t>Breve storia (6)</a:t>
            </a:r>
          </a:p>
        </p:txBody>
      </p:sp>
      <p:sp>
        <p:nvSpPr>
          <p:cNvPr id="3" name="Content Placeholder 2">
            <a:extLst>
              <a:ext uri="{FF2B5EF4-FFF2-40B4-BE49-F238E27FC236}">
                <a16:creationId xmlns:a16="http://schemas.microsoft.com/office/drawing/2014/main" id="{47DC7950-F2A2-BACF-5355-244CED67593A}"/>
              </a:ext>
            </a:extLst>
          </p:cNvPr>
          <p:cNvSpPr>
            <a:spLocks noGrp="1"/>
          </p:cNvSpPr>
          <p:nvPr>
            <p:ph idx="1"/>
          </p:nvPr>
        </p:nvSpPr>
        <p:spPr>
          <a:xfrm>
            <a:off x="838200" y="2434196"/>
            <a:ext cx="4933950" cy="3430575"/>
          </a:xfrm>
        </p:spPr>
        <p:txBody>
          <a:bodyPr>
            <a:normAutofit/>
          </a:bodyPr>
          <a:lstStyle/>
          <a:p>
            <a:pPr marL="0" indent="0">
              <a:lnSpc>
                <a:spcPct val="100000"/>
              </a:lnSpc>
              <a:buNone/>
            </a:pPr>
            <a:r>
              <a:rPr lang="en-GB" sz="1700" b="1" dirty="0">
                <a:effectLst/>
                <a:latin typeface="Helvetica" pitchFamily="2" charset="0"/>
              </a:rPr>
              <a:t>ELIZA</a:t>
            </a:r>
            <a:r>
              <a:rPr lang="en-GB" sz="1700" dirty="0">
                <a:effectLst/>
                <a:latin typeface="Helvetica" pitchFamily="2" charset="0"/>
              </a:rPr>
              <a:t> </a:t>
            </a:r>
            <a:r>
              <a:rPr lang="en-GB" sz="1700" dirty="0" err="1">
                <a:effectLst/>
                <a:latin typeface="Helvetica" pitchFamily="2" charset="0"/>
              </a:rPr>
              <a:t>è</a:t>
            </a:r>
            <a:r>
              <a:rPr lang="en-GB" sz="1700" dirty="0">
                <a:effectLst/>
                <a:latin typeface="Helvetica" pitchFamily="2" charset="0"/>
              </a:rPr>
              <a:t> un primo </a:t>
            </a:r>
            <a:r>
              <a:rPr lang="en-GB" sz="1700" dirty="0" err="1">
                <a:effectLst/>
                <a:latin typeface="Helvetica" pitchFamily="2" charset="0"/>
              </a:rPr>
              <a:t>programma</a:t>
            </a:r>
            <a:r>
              <a:rPr lang="en-GB" sz="1700" dirty="0">
                <a:effectLst/>
                <a:latin typeface="Helvetica" pitchFamily="2" charset="0"/>
              </a:rPr>
              <a:t> per computer di </a:t>
            </a:r>
            <a:r>
              <a:rPr lang="en-GB" sz="1700" dirty="0" err="1">
                <a:effectLst/>
                <a:latin typeface="Helvetica" pitchFamily="2" charset="0"/>
              </a:rPr>
              <a:t>elaborazione</a:t>
            </a:r>
            <a:r>
              <a:rPr lang="en-GB" sz="1700" dirty="0">
                <a:effectLst/>
                <a:latin typeface="Helvetica" pitchFamily="2" charset="0"/>
              </a:rPr>
              <a:t> del </a:t>
            </a:r>
            <a:r>
              <a:rPr lang="en-GB" sz="1700" dirty="0" err="1">
                <a:effectLst/>
                <a:latin typeface="Helvetica" pitchFamily="2" charset="0"/>
              </a:rPr>
              <a:t>linguaggio</a:t>
            </a:r>
            <a:r>
              <a:rPr lang="en-GB" sz="1700" dirty="0">
                <a:effectLst/>
                <a:latin typeface="Helvetica" pitchFamily="2" charset="0"/>
              </a:rPr>
              <a:t> </a:t>
            </a:r>
            <a:r>
              <a:rPr lang="en-GB" sz="1700" dirty="0" err="1">
                <a:effectLst/>
                <a:latin typeface="Helvetica" pitchFamily="2" charset="0"/>
              </a:rPr>
              <a:t>naturale</a:t>
            </a:r>
            <a:r>
              <a:rPr lang="en-GB" sz="1700" dirty="0">
                <a:effectLst/>
                <a:latin typeface="Helvetica" pitchFamily="2" charset="0"/>
              </a:rPr>
              <a:t> </a:t>
            </a:r>
            <a:r>
              <a:rPr lang="en-GB" sz="1700" dirty="0" err="1">
                <a:effectLst/>
                <a:latin typeface="Helvetica" pitchFamily="2" charset="0"/>
              </a:rPr>
              <a:t>creato</a:t>
            </a:r>
            <a:r>
              <a:rPr lang="en-GB" sz="1700" dirty="0">
                <a:latin typeface="Helvetica" pitchFamily="2" charset="0"/>
              </a:rPr>
              <a:t> </a:t>
            </a:r>
            <a:r>
              <a:rPr lang="en-GB" sz="1700" dirty="0">
                <a:effectLst/>
                <a:latin typeface="Helvetica" pitchFamily="2" charset="0"/>
              </a:rPr>
              <a:t>dal </a:t>
            </a:r>
            <a:r>
              <a:rPr lang="en-GB" sz="1700" b="1" dirty="0">
                <a:effectLst/>
                <a:latin typeface="Helvetica" pitchFamily="2" charset="0"/>
              </a:rPr>
              <a:t>1964 al 1966</a:t>
            </a:r>
            <a:r>
              <a:rPr lang="en-GB" sz="1700" dirty="0">
                <a:effectLst/>
                <a:latin typeface="Helvetica" pitchFamily="2" charset="0"/>
              </a:rPr>
              <a:t> al MIT da Joseph </a:t>
            </a:r>
            <a:r>
              <a:rPr lang="en-GB" sz="1700" dirty="0" err="1">
                <a:effectLst/>
                <a:latin typeface="Helvetica" pitchFamily="2" charset="0"/>
              </a:rPr>
              <a:t>Weizenbaum</a:t>
            </a:r>
            <a:r>
              <a:rPr lang="en-GB" sz="1700" dirty="0">
                <a:effectLst/>
                <a:latin typeface="Helvetica" pitchFamily="2" charset="0"/>
              </a:rPr>
              <a:t>. Fu </a:t>
            </a:r>
            <a:r>
              <a:rPr lang="en-GB" sz="1700" dirty="0" err="1">
                <a:effectLst/>
                <a:latin typeface="Helvetica" pitchFamily="2" charset="0"/>
              </a:rPr>
              <a:t>creato</a:t>
            </a:r>
            <a:r>
              <a:rPr lang="en-GB" sz="1700" dirty="0">
                <a:effectLst/>
                <a:latin typeface="Helvetica" pitchFamily="2" charset="0"/>
              </a:rPr>
              <a:t> per </a:t>
            </a:r>
            <a:r>
              <a:rPr lang="en-GB" sz="1700" dirty="0" err="1">
                <a:effectLst/>
                <a:latin typeface="Helvetica" pitchFamily="2" charset="0"/>
              </a:rPr>
              <a:t>esplorare</a:t>
            </a:r>
            <a:r>
              <a:rPr lang="en-GB" sz="1700" dirty="0">
                <a:effectLst/>
                <a:latin typeface="Helvetica" pitchFamily="2" charset="0"/>
              </a:rPr>
              <a:t> la </a:t>
            </a:r>
            <a:r>
              <a:rPr lang="en-GB" sz="1700" dirty="0" err="1">
                <a:effectLst/>
                <a:latin typeface="Helvetica" pitchFamily="2" charset="0"/>
              </a:rPr>
              <a:t>comunicazione</a:t>
            </a:r>
            <a:r>
              <a:rPr lang="en-GB" sz="1700" dirty="0">
                <a:effectLst/>
                <a:latin typeface="Helvetica" pitchFamily="2" charset="0"/>
              </a:rPr>
              <a:t> </a:t>
            </a:r>
            <a:r>
              <a:rPr lang="en-GB" sz="1700" dirty="0" err="1">
                <a:effectLst/>
                <a:latin typeface="Helvetica" pitchFamily="2" charset="0"/>
              </a:rPr>
              <a:t>tra</a:t>
            </a:r>
            <a:r>
              <a:rPr lang="en-GB" sz="1700" dirty="0">
                <a:effectLst/>
                <a:latin typeface="Helvetica" pitchFamily="2" charset="0"/>
              </a:rPr>
              <a:t> </a:t>
            </a:r>
            <a:r>
              <a:rPr lang="en-GB" sz="1700" dirty="0" err="1">
                <a:effectLst/>
                <a:latin typeface="Helvetica" pitchFamily="2" charset="0"/>
              </a:rPr>
              <a:t>esseri</a:t>
            </a:r>
            <a:r>
              <a:rPr lang="en-GB" sz="1700" dirty="0">
                <a:latin typeface="Helvetica" pitchFamily="2" charset="0"/>
              </a:rPr>
              <a:t> </a:t>
            </a:r>
            <a:r>
              <a:rPr lang="en-GB" sz="1700" dirty="0" err="1">
                <a:effectLst/>
                <a:latin typeface="Helvetica" pitchFamily="2" charset="0"/>
              </a:rPr>
              <a:t>umani</a:t>
            </a:r>
            <a:r>
              <a:rPr lang="en-GB" sz="1700" dirty="0">
                <a:effectLst/>
                <a:latin typeface="Helvetica" pitchFamily="2" charset="0"/>
              </a:rPr>
              <a:t> e </a:t>
            </a:r>
            <a:r>
              <a:rPr lang="en-GB" sz="1700" dirty="0" err="1">
                <a:effectLst/>
                <a:latin typeface="Helvetica" pitchFamily="2" charset="0"/>
              </a:rPr>
              <a:t>macchine</a:t>
            </a:r>
            <a:endParaRPr lang="en-GB" sz="1700" dirty="0">
              <a:effectLst/>
              <a:latin typeface="Helvetica" pitchFamily="2" charset="0"/>
            </a:endParaRPr>
          </a:p>
          <a:p>
            <a:pPr marL="0" indent="0">
              <a:lnSpc>
                <a:spcPct val="100000"/>
              </a:lnSpc>
              <a:buNone/>
            </a:pPr>
            <a:r>
              <a:rPr lang="en-GB" sz="1700" dirty="0">
                <a:effectLst/>
                <a:latin typeface="Helvetica" pitchFamily="2" charset="0"/>
              </a:rPr>
              <a:t>ELIZA </a:t>
            </a:r>
            <a:r>
              <a:rPr lang="en-GB" sz="1700" dirty="0" err="1">
                <a:effectLst/>
                <a:latin typeface="Helvetica" pitchFamily="2" charset="0"/>
              </a:rPr>
              <a:t>simulava</a:t>
            </a:r>
            <a:r>
              <a:rPr lang="en-GB" sz="1700" dirty="0">
                <a:effectLst/>
                <a:latin typeface="Helvetica" pitchFamily="2" charset="0"/>
              </a:rPr>
              <a:t> la conversazione </a:t>
            </a:r>
            <a:r>
              <a:rPr lang="en-GB" sz="1700" dirty="0" err="1">
                <a:effectLst/>
                <a:latin typeface="Helvetica" pitchFamily="2" charset="0"/>
              </a:rPr>
              <a:t>utilizzando</a:t>
            </a:r>
            <a:r>
              <a:rPr lang="en-GB" sz="1700" dirty="0">
                <a:effectLst/>
                <a:latin typeface="Helvetica" pitchFamily="2" charset="0"/>
              </a:rPr>
              <a:t> </a:t>
            </a:r>
            <a:r>
              <a:rPr lang="en-GB" sz="1700" dirty="0" err="1">
                <a:effectLst/>
                <a:latin typeface="Helvetica" pitchFamily="2" charset="0"/>
              </a:rPr>
              <a:t>una</a:t>
            </a:r>
            <a:r>
              <a:rPr lang="en-GB" sz="1700" dirty="0">
                <a:effectLst/>
                <a:latin typeface="Helvetica" pitchFamily="2" charset="0"/>
              </a:rPr>
              <a:t> </a:t>
            </a:r>
            <a:r>
              <a:rPr lang="en-GB" sz="1700" dirty="0" err="1">
                <a:effectLst/>
                <a:latin typeface="Helvetica" pitchFamily="2" charset="0"/>
              </a:rPr>
              <a:t>metodologia</a:t>
            </a:r>
            <a:r>
              <a:rPr lang="en-GB" sz="1700" dirty="0">
                <a:effectLst/>
                <a:latin typeface="Helvetica" pitchFamily="2" charset="0"/>
              </a:rPr>
              <a:t> di </a:t>
            </a:r>
            <a:r>
              <a:rPr lang="en-GB" sz="1700" dirty="0" err="1">
                <a:effectLst/>
                <a:latin typeface="Helvetica" pitchFamily="2" charset="0"/>
              </a:rPr>
              <a:t>corrispondenza</a:t>
            </a:r>
            <a:r>
              <a:rPr lang="en-GB" sz="1700" dirty="0">
                <a:effectLst/>
                <a:latin typeface="Helvetica" pitchFamily="2" charset="0"/>
              </a:rPr>
              <a:t> e </a:t>
            </a:r>
            <a:r>
              <a:rPr lang="en-GB" sz="1700" dirty="0" err="1">
                <a:effectLst/>
                <a:latin typeface="Helvetica" pitchFamily="2" charset="0"/>
              </a:rPr>
              <a:t>sostituzione</a:t>
            </a:r>
            <a:r>
              <a:rPr lang="en-GB" sz="1700" dirty="0">
                <a:effectLst/>
                <a:latin typeface="Helvetica" pitchFamily="2" charset="0"/>
              </a:rPr>
              <a:t> di </a:t>
            </a:r>
            <a:r>
              <a:rPr lang="en-GB" sz="1700" dirty="0" err="1">
                <a:effectLst/>
                <a:latin typeface="Helvetica" pitchFamily="2" charset="0"/>
              </a:rPr>
              <a:t>schemi</a:t>
            </a:r>
            <a:r>
              <a:rPr lang="en-GB" sz="1700" dirty="0">
                <a:effectLst/>
                <a:latin typeface="Helvetica" pitchFamily="2" charset="0"/>
              </a:rPr>
              <a:t> </a:t>
            </a:r>
            <a:r>
              <a:rPr lang="en-GB" sz="1700" dirty="0" err="1">
                <a:effectLst/>
                <a:latin typeface="Helvetica" pitchFamily="2" charset="0"/>
              </a:rPr>
              <a:t>che</a:t>
            </a:r>
            <a:r>
              <a:rPr lang="en-GB" sz="1700" dirty="0">
                <a:effectLst/>
                <a:latin typeface="Helvetica" pitchFamily="2" charset="0"/>
              </a:rPr>
              <a:t> </a:t>
            </a:r>
            <a:r>
              <a:rPr lang="en-GB" sz="1700" dirty="0" err="1">
                <a:effectLst/>
                <a:latin typeface="Helvetica" pitchFamily="2" charset="0"/>
              </a:rPr>
              <a:t>dava</a:t>
            </a:r>
            <a:r>
              <a:rPr lang="en-GB" sz="1700" dirty="0">
                <a:effectLst/>
                <a:latin typeface="Helvetica" pitchFamily="2" charset="0"/>
              </a:rPr>
              <a:t> </a:t>
            </a:r>
            <a:r>
              <a:rPr lang="en-GB" sz="1700" dirty="0" err="1">
                <a:effectLst/>
                <a:latin typeface="Helvetica" pitchFamily="2" charset="0"/>
              </a:rPr>
              <a:t>agli</a:t>
            </a:r>
            <a:r>
              <a:rPr lang="en-GB" sz="1700" dirty="0">
                <a:effectLst/>
                <a:latin typeface="Helvetica" pitchFamily="2" charset="0"/>
              </a:rPr>
              <a:t> </a:t>
            </a:r>
            <a:r>
              <a:rPr lang="en-GB" sz="1700" dirty="0" err="1">
                <a:effectLst/>
                <a:latin typeface="Helvetica" pitchFamily="2" charset="0"/>
              </a:rPr>
              <a:t>utenti</a:t>
            </a:r>
            <a:r>
              <a:rPr lang="en-GB" sz="1700" dirty="0">
                <a:effectLst/>
                <a:latin typeface="Helvetica" pitchFamily="2" charset="0"/>
              </a:rPr>
              <a:t> </a:t>
            </a:r>
            <a:r>
              <a:rPr lang="en-GB" sz="1700" dirty="0" err="1">
                <a:effectLst/>
                <a:latin typeface="Helvetica" pitchFamily="2" charset="0"/>
              </a:rPr>
              <a:t>un'illusione</a:t>
            </a:r>
            <a:r>
              <a:rPr lang="en-GB" sz="1700" dirty="0">
                <a:effectLst/>
                <a:latin typeface="Helvetica" pitchFamily="2" charset="0"/>
              </a:rPr>
              <a:t> di </a:t>
            </a:r>
            <a:r>
              <a:rPr lang="en-GB" sz="1700" dirty="0" err="1">
                <a:effectLst/>
                <a:latin typeface="Helvetica" pitchFamily="2" charset="0"/>
              </a:rPr>
              <a:t>comprensione</a:t>
            </a:r>
            <a:r>
              <a:rPr lang="en-GB" sz="1700" dirty="0">
                <a:effectLst/>
                <a:latin typeface="Helvetica" pitchFamily="2" charset="0"/>
              </a:rPr>
              <a:t> da </a:t>
            </a:r>
            <a:r>
              <a:rPr lang="en-GB" sz="1700" dirty="0" err="1">
                <a:effectLst/>
                <a:latin typeface="Helvetica" pitchFamily="2" charset="0"/>
              </a:rPr>
              <a:t>parte</a:t>
            </a:r>
            <a:r>
              <a:rPr lang="en-GB" sz="1700" dirty="0">
                <a:effectLst/>
                <a:latin typeface="Helvetica" pitchFamily="2" charset="0"/>
              </a:rPr>
              <a:t> del </a:t>
            </a:r>
            <a:r>
              <a:rPr lang="en-GB" sz="1700" dirty="0" err="1">
                <a:effectLst/>
                <a:latin typeface="Helvetica" pitchFamily="2" charset="0"/>
              </a:rPr>
              <a:t>programma</a:t>
            </a:r>
            <a:r>
              <a:rPr lang="en-GB" sz="1700" dirty="0">
                <a:effectLst/>
                <a:latin typeface="Helvetica" pitchFamily="2" charset="0"/>
              </a:rPr>
              <a:t>, ma non </a:t>
            </a:r>
            <a:r>
              <a:rPr lang="en-GB" sz="1700" dirty="0" err="1">
                <a:effectLst/>
                <a:latin typeface="Helvetica" pitchFamily="2" charset="0"/>
              </a:rPr>
              <a:t>aveva</a:t>
            </a:r>
            <a:r>
              <a:rPr lang="en-GB" sz="1700" dirty="0">
                <a:effectLst/>
                <a:latin typeface="Helvetica" pitchFamily="2" charset="0"/>
              </a:rPr>
              <a:t> alcuna </a:t>
            </a:r>
            <a:r>
              <a:rPr lang="en-GB" sz="1700" dirty="0" err="1">
                <a:effectLst/>
                <a:latin typeface="Helvetica" pitchFamily="2" charset="0"/>
              </a:rPr>
              <a:t>rappresentazione</a:t>
            </a:r>
            <a:r>
              <a:rPr lang="en-GB" sz="1700" dirty="0">
                <a:effectLst/>
                <a:latin typeface="Helvetica" pitchFamily="2" charset="0"/>
              </a:rPr>
              <a:t> </a:t>
            </a:r>
            <a:r>
              <a:rPr lang="en-GB" sz="1700" dirty="0" err="1">
                <a:effectLst/>
                <a:latin typeface="Helvetica" pitchFamily="2" charset="0"/>
              </a:rPr>
              <a:t>che</a:t>
            </a:r>
            <a:r>
              <a:rPr lang="en-GB" sz="1700" dirty="0">
                <a:effectLst/>
                <a:latin typeface="Helvetica" pitchFamily="2" charset="0"/>
              </a:rPr>
              <a:t> </a:t>
            </a:r>
            <a:r>
              <a:rPr lang="en-GB" sz="1700" dirty="0" err="1">
                <a:effectLst/>
                <a:latin typeface="Helvetica" pitchFamily="2" charset="0"/>
              </a:rPr>
              <a:t>potesse</a:t>
            </a:r>
            <a:r>
              <a:rPr lang="en-GB" sz="1700" dirty="0">
                <a:effectLst/>
                <a:latin typeface="Helvetica" pitchFamily="2" charset="0"/>
              </a:rPr>
              <a:t> </a:t>
            </a:r>
            <a:r>
              <a:rPr lang="en-GB" sz="1700" dirty="0" err="1">
                <a:effectLst/>
                <a:latin typeface="Helvetica" pitchFamily="2" charset="0"/>
              </a:rPr>
              <a:t>essere</a:t>
            </a:r>
            <a:r>
              <a:rPr lang="en-GB" sz="1700" dirty="0">
                <a:effectLst/>
                <a:latin typeface="Helvetica" pitchFamily="2" charset="0"/>
              </a:rPr>
              <a:t> considerate</a:t>
            </a:r>
            <a:r>
              <a:rPr lang="en-GB" sz="1700" dirty="0">
                <a:latin typeface="Helvetica" pitchFamily="2" charset="0"/>
              </a:rPr>
              <a:t> </a:t>
            </a:r>
            <a:r>
              <a:rPr lang="en-GB" sz="1700" dirty="0" err="1">
                <a:effectLst/>
                <a:latin typeface="Helvetica" pitchFamily="2" charset="0"/>
              </a:rPr>
              <a:t>realmente</a:t>
            </a:r>
            <a:r>
              <a:rPr lang="en-GB" sz="1700" dirty="0">
                <a:effectLst/>
                <a:latin typeface="Helvetica" pitchFamily="2" charset="0"/>
              </a:rPr>
              <a:t> </a:t>
            </a:r>
            <a:r>
              <a:rPr lang="en-GB" sz="1700" dirty="0" err="1">
                <a:effectLst/>
                <a:latin typeface="Helvetica" pitchFamily="2" charset="0"/>
              </a:rPr>
              <a:t>comprensiva</a:t>
            </a:r>
            <a:r>
              <a:rPr lang="en-GB" sz="1700" dirty="0">
                <a:effectLst/>
                <a:latin typeface="Helvetica" pitchFamily="2" charset="0"/>
              </a:rPr>
              <a:t> di </a:t>
            </a:r>
            <a:r>
              <a:rPr lang="en-GB" sz="1700" dirty="0" err="1">
                <a:effectLst/>
                <a:latin typeface="Helvetica" pitchFamily="2" charset="0"/>
              </a:rPr>
              <a:t>ciò</a:t>
            </a:r>
            <a:r>
              <a:rPr lang="en-GB" sz="1700" dirty="0">
                <a:effectLst/>
                <a:latin typeface="Helvetica" pitchFamily="2" charset="0"/>
              </a:rPr>
              <a:t> </a:t>
            </a:r>
            <a:r>
              <a:rPr lang="en-GB" sz="1700" dirty="0" err="1">
                <a:effectLst/>
                <a:latin typeface="Helvetica" pitchFamily="2" charset="0"/>
              </a:rPr>
              <a:t>che</a:t>
            </a:r>
            <a:r>
              <a:rPr lang="en-GB" sz="1700" dirty="0">
                <a:effectLst/>
                <a:latin typeface="Helvetica" pitchFamily="2" charset="0"/>
              </a:rPr>
              <a:t> </a:t>
            </a:r>
            <a:r>
              <a:rPr lang="en-GB" sz="1700" dirty="0" err="1">
                <a:effectLst/>
                <a:latin typeface="Helvetica" pitchFamily="2" charset="0"/>
              </a:rPr>
              <a:t>veniva</a:t>
            </a:r>
            <a:r>
              <a:rPr lang="en-GB" sz="1700" dirty="0">
                <a:effectLst/>
                <a:latin typeface="Helvetica" pitchFamily="2" charset="0"/>
              </a:rPr>
              <a:t> </a:t>
            </a:r>
            <a:r>
              <a:rPr lang="en-GB" sz="1700" dirty="0" err="1">
                <a:effectLst/>
                <a:latin typeface="Helvetica" pitchFamily="2" charset="0"/>
              </a:rPr>
              <a:t>detto</a:t>
            </a:r>
            <a:r>
              <a:rPr lang="en-GB" sz="1700" dirty="0">
                <a:effectLst/>
                <a:latin typeface="Helvetica" pitchFamily="2" charset="0"/>
              </a:rPr>
              <a:t> da </a:t>
            </a:r>
            <a:r>
              <a:rPr lang="en-GB" sz="1700" dirty="0" err="1">
                <a:effectLst/>
                <a:latin typeface="Helvetica" pitchFamily="2" charset="0"/>
              </a:rPr>
              <a:t>entrambe</a:t>
            </a:r>
            <a:r>
              <a:rPr lang="en-GB" sz="1700" dirty="0">
                <a:effectLst/>
                <a:latin typeface="Helvetica" pitchFamily="2" charset="0"/>
              </a:rPr>
              <a:t> le parti.</a:t>
            </a:r>
          </a:p>
          <a:p>
            <a:pPr>
              <a:lnSpc>
                <a:spcPct val="100000"/>
              </a:lnSpc>
            </a:pPr>
            <a:endParaRPr lang="en-GB" sz="1700" dirty="0">
              <a:effectLst/>
              <a:latin typeface="Helvetica" pitchFamily="2" charset="0"/>
            </a:endParaRPr>
          </a:p>
          <a:p>
            <a:pPr>
              <a:lnSpc>
                <a:spcPct val="100000"/>
              </a:lnSpc>
            </a:pPr>
            <a:endParaRPr lang="en-IT" sz="1700" dirty="0"/>
          </a:p>
        </p:txBody>
      </p:sp>
      <p:cxnSp>
        <p:nvCxnSpPr>
          <p:cNvPr id="21" name="Straight Connector 20">
            <a:extLst>
              <a:ext uri="{FF2B5EF4-FFF2-40B4-BE49-F238E27FC236}">
                <a16:creationId xmlns:a16="http://schemas.microsoft.com/office/drawing/2014/main" id="{E32B0B7D-C67A-4103-B2F0-ACE40BD56D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091410" y="574154"/>
            <a:ext cx="4590" cy="5693884"/>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Picture 5" descr="A screenshot of a computer program&#10;&#10;Description automatically generated">
            <a:extLst>
              <a:ext uri="{FF2B5EF4-FFF2-40B4-BE49-F238E27FC236}">
                <a16:creationId xmlns:a16="http://schemas.microsoft.com/office/drawing/2014/main" id="{04383E2D-C713-E27F-839F-B3F78FFD585F}"/>
              </a:ext>
            </a:extLst>
          </p:cNvPr>
          <p:cNvPicPr>
            <a:picLocks noChangeAspect="1"/>
          </p:cNvPicPr>
          <p:nvPr/>
        </p:nvPicPr>
        <p:blipFill>
          <a:blip r:embed="rId2"/>
          <a:stretch>
            <a:fillRect/>
          </a:stretch>
        </p:blipFill>
        <p:spPr>
          <a:xfrm>
            <a:off x="6415260" y="1864240"/>
            <a:ext cx="4824168" cy="3128321"/>
          </a:xfrm>
          <a:prstGeom prst="rect">
            <a:avLst/>
          </a:prstGeom>
        </p:spPr>
      </p:pic>
      <p:sp>
        <p:nvSpPr>
          <p:cNvPr id="4" name="Slide Number Placeholder 3">
            <a:extLst>
              <a:ext uri="{FF2B5EF4-FFF2-40B4-BE49-F238E27FC236}">
                <a16:creationId xmlns:a16="http://schemas.microsoft.com/office/drawing/2014/main" id="{77A4261F-A3B2-57D7-F213-075917355A9E}"/>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smtClean="0"/>
              <a:pPr>
                <a:spcAft>
                  <a:spcPts val="600"/>
                </a:spcAft>
              </a:pPr>
              <a:t>11</a:t>
            </a:fld>
            <a:endParaRPr lang="en-US"/>
          </a:p>
        </p:txBody>
      </p:sp>
    </p:spTree>
    <p:extLst>
      <p:ext uri="{BB962C8B-B14F-4D97-AF65-F5344CB8AC3E}">
        <p14:creationId xmlns:p14="http://schemas.microsoft.com/office/powerpoint/2010/main" val="3325241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10C978-51B5-420C-9A05-C8F194E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 y="-597"/>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8D34D1C-4E49-4D32-96F1-E49CEBBF8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4E94C6EB-0BD0-4926-909B-CE0EFF459E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7" y="-1"/>
            <a:ext cx="12195239" cy="6857996"/>
            <a:chOff x="1667" y="-1"/>
            <a:chExt cx="12195239" cy="6857996"/>
          </a:xfrm>
        </p:grpSpPr>
        <p:cxnSp>
          <p:nvCxnSpPr>
            <p:cNvPr id="14" name="Straight Connector 13">
              <a:extLst>
                <a:ext uri="{FF2B5EF4-FFF2-40B4-BE49-F238E27FC236}">
                  <a16:creationId xmlns:a16="http://schemas.microsoft.com/office/drawing/2014/main" id="{FD8D9AC5-1A8B-4F43-99E1-1D51CFFCF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249B524-B22D-40A1-81F7-459441A7E2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06"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CCE87E-3564-469A-9A46-F794A0F940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4C96A98-5EF6-4542-9FA4-86B1D2651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Graphic 33">
              <a:extLst>
                <a:ext uri="{FF2B5EF4-FFF2-40B4-BE49-F238E27FC236}">
                  <a16:creationId xmlns:a16="http://schemas.microsoft.com/office/drawing/2014/main" id="{3BF088B1-D6D6-4925-9B48-5098FF09D0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sp>
          <p:nvSpPr>
            <p:cNvPr id="19" name="Graphic 33">
              <a:extLst>
                <a:ext uri="{FF2B5EF4-FFF2-40B4-BE49-F238E27FC236}">
                  <a16:creationId xmlns:a16="http://schemas.microsoft.com/office/drawing/2014/main" id="{6FA7DFD7-863A-4016-A231-DCB28B20D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E6CF63C1-E97F-E228-2E5B-3FCC0AE8E515}"/>
              </a:ext>
            </a:extLst>
          </p:cNvPr>
          <p:cNvSpPr>
            <a:spLocks noGrp="1"/>
          </p:cNvSpPr>
          <p:nvPr>
            <p:ph type="title"/>
          </p:nvPr>
        </p:nvSpPr>
        <p:spPr>
          <a:xfrm>
            <a:off x="838200" y="827727"/>
            <a:ext cx="8648158" cy="1495887"/>
          </a:xfrm>
        </p:spPr>
        <p:txBody>
          <a:bodyPr>
            <a:normAutofit/>
          </a:bodyPr>
          <a:lstStyle/>
          <a:p>
            <a:r>
              <a:rPr lang="en-IT" dirty="0"/>
              <a:t>Breve storia (7)</a:t>
            </a:r>
          </a:p>
        </p:txBody>
      </p:sp>
      <p:sp>
        <p:nvSpPr>
          <p:cNvPr id="3" name="Content Placeholder 2">
            <a:extLst>
              <a:ext uri="{FF2B5EF4-FFF2-40B4-BE49-F238E27FC236}">
                <a16:creationId xmlns:a16="http://schemas.microsoft.com/office/drawing/2014/main" id="{F0674EC0-1DAF-1F38-A358-E318FA93F07C}"/>
              </a:ext>
            </a:extLst>
          </p:cNvPr>
          <p:cNvSpPr>
            <a:spLocks noGrp="1"/>
          </p:cNvSpPr>
          <p:nvPr>
            <p:ph idx="1"/>
          </p:nvPr>
        </p:nvSpPr>
        <p:spPr>
          <a:xfrm>
            <a:off x="838200" y="2434196"/>
            <a:ext cx="8648158" cy="3430575"/>
          </a:xfrm>
        </p:spPr>
        <p:txBody>
          <a:bodyPr>
            <a:normAutofit/>
          </a:bodyPr>
          <a:lstStyle/>
          <a:p>
            <a:pPr marL="0" indent="0">
              <a:buNone/>
            </a:pPr>
            <a:r>
              <a:rPr lang="en-GB" b="0" i="0" u="none" strike="noStrike" dirty="0">
                <a:effectLst/>
                <a:latin typeface="Arial" panose="020B0604020202020204" pitchFamily="34" charset="0"/>
              </a:rPr>
              <a:t>Di </a:t>
            </a:r>
            <a:r>
              <a:rPr lang="en-GB" b="0" i="0" u="none" strike="noStrike" dirty="0" err="1">
                <a:effectLst/>
                <a:latin typeface="Arial" panose="020B0604020202020204" pitchFamily="34" charset="0"/>
              </a:rPr>
              <a:t>fianco</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alla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tradizione</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razionalista</a:t>
            </a:r>
            <a:r>
              <a:rPr lang="en-GB" b="0" i="0" u="none" strike="noStrike" dirty="0">
                <a:effectLst/>
                <a:latin typeface="Arial" panose="020B0604020202020204" pitchFamily="34" charset="0"/>
              </a:rPr>
              <a:t> se ne </a:t>
            </a:r>
            <a:r>
              <a:rPr lang="en-GB" b="0" i="0" u="none" strike="noStrike" dirty="0" err="1">
                <a:effectLst/>
                <a:latin typeface="Arial" panose="020B0604020202020204" pitchFamily="34" charset="0"/>
              </a:rPr>
              <a:t>sviluppò</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una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seconda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che</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dava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invece</a:t>
            </a:r>
            <a:r>
              <a:rPr lang="en-GB" b="0" i="0" u="none" strike="noStrike" dirty="0">
                <a:effectLst/>
                <a:latin typeface="Arial" panose="020B0604020202020204" pitchFamily="34" charset="0"/>
              </a:rPr>
              <a:t> la </a:t>
            </a:r>
            <a:r>
              <a:rPr lang="en-GB" b="0" i="0" u="none" strike="noStrike" dirty="0" err="1">
                <a:effectLst/>
                <a:latin typeface="Arial" panose="020B0604020202020204" pitchFamily="34" charset="0"/>
              </a:rPr>
              <a:t>priorità</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alla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raccolta</a:t>
            </a:r>
            <a:r>
              <a:rPr lang="en-GB" b="0" i="0" u="none" strike="noStrike" dirty="0">
                <a:effectLst/>
                <a:latin typeface="Arial" panose="020B0604020202020204" pitchFamily="34" charset="0"/>
              </a:rPr>
              <a:t> di </a:t>
            </a:r>
            <a:r>
              <a:rPr lang="en-GB" b="0" i="0" u="none" strike="noStrike" dirty="0" err="1">
                <a:effectLst/>
                <a:latin typeface="Arial" panose="020B0604020202020204" pitchFamily="34" charset="0"/>
              </a:rPr>
              <a:t>ingenti</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quantità</a:t>
            </a:r>
            <a:r>
              <a:rPr lang="en-GB" b="0" i="0" u="none" strike="noStrike" dirty="0">
                <a:effectLst/>
                <a:latin typeface="Arial" panose="020B0604020202020204" pitchFamily="34" charset="0"/>
              </a:rPr>
              <a:t> di </a:t>
            </a:r>
            <a:r>
              <a:rPr lang="en-GB" b="0" i="0" u="none" strike="noStrike" dirty="0" err="1">
                <a:effectLst/>
                <a:latin typeface="Arial" panose="020B0604020202020204" pitchFamily="34" charset="0"/>
              </a:rPr>
              <a:t>testi</a:t>
            </a:r>
            <a:r>
              <a:rPr lang="en-GB" b="0" i="0" u="none" strike="noStrike" dirty="0">
                <a:effectLst/>
                <a:latin typeface="Arial" panose="020B0604020202020204" pitchFamily="34" charset="0"/>
              </a:rPr>
              <a:t>: la </a:t>
            </a:r>
            <a:r>
              <a:rPr lang="en-GB" b="0" i="0" u="none" strike="noStrike" dirty="0" err="1">
                <a:effectLst/>
                <a:latin typeface="Arial" panose="020B0604020202020204" pitchFamily="34" charset="0"/>
              </a:rPr>
              <a:t>linguistica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dei</a:t>
            </a:r>
            <a:r>
              <a:rPr lang="en-GB" b="0" i="0" u="none" strike="noStrike" dirty="0">
                <a:effectLst/>
                <a:latin typeface="Arial" panose="020B0604020202020204" pitchFamily="34" charset="0"/>
              </a:rPr>
              <a:t> corpora. </a:t>
            </a:r>
          </a:p>
          <a:p>
            <a:pPr marL="0" indent="0">
              <a:buNone/>
            </a:pPr>
            <a:r>
              <a:rPr lang="en-GB" b="0" i="0" u="none" strike="noStrike" dirty="0" err="1">
                <a:effectLst/>
                <a:latin typeface="Arial" panose="020B0604020202020204" pitchFamily="34" charset="0"/>
              </a:rPr>
              <a:t>Questo</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indirizzo</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prevalente</a:t>
            </a:r>
            <a:r>
              <a:rPr lang="en-GB" b="0" i="0" u="none" strike="noStrike" dirty="0">
                <a:effectLst/>
                <a:latin typeface="Arial" panose="020B0604020202020204" pitchFamily="34" charset="0"/>
              </a:rPr>
              <a:t> in Gran </a:t>
            </a:r>
            <a:r>
              <a:rPr lang="en-GB" b="0" i="0" u="none" strike="noStrike" dirty="0" err="1">
                <a:effectLst/>
                <a:latin typeface="Arial" panose="020B0604020202020204" pitchFamily="34" charset="0"/>
              </a:rPr>
              <a:t>Bretagna</a:t>
            </a:r>
            <a:r>
              <a:rPr lang="en-GB" b="0" i="0" u="none" strike="noStrike" dirty="0">
                <a:effectLst/>
                <a:latin typeface="Arial" panose="020B0604020202020204" pitchFamily="34" charset="0"/>
              </a:rPr>
              <a:t> e </a:t>
            </a:r>
            <a:r>
              <a:rPr lang="en-GB" b="0" i="0" u="none" strike="noStrike" dirty="0" err="1">
                <a:effectLst/>
                <a:latin typeface="Arial" panose="020B0604020202020204" pitchFamily="34" charset="0"/>
              </a:rPr>
              <a:t>negli</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Stati</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Uniti</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sfruttava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metodi</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statistici</a:t>
            </a:r>
            <a:r>
              <a:rPr lang="en-GB" b="0" i="0" u="none" strike="noStrike" dirty="0">
                <a:effectLst/>
                <a:latin typeface="Arial" panose="020B0604020202020204" pitchFamily="34" charset="0"/>
              </a:rPr>
              <a:t> per </a:t>
            </a:r>
            <a:r>
              <a:rPr lang="en-GB" b="0" i="0" u="none" strike="noStrike" dirty="0" err="1">
                <a:effectLst/>
                <a:latin typeface="Arial" panose="020B0604020202020204" pitchFamily="34" charset="0"/>
              </a:rPr>
              <a:t>estrarre</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dai</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testi</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regolarità</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linguistiche</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punti</a:t>
            </a:r>
            <a:r>
              <a:rPr lang="en-GB" b="0" i="0" u="none" strike="noStrike" dirty="0">
                <a:effectLst/>
                <a:latin typeface="Arial" panose="020B0604020202020204" pitchFamily="34" charset="0"/>
              </a:rPr>
              <a:t> di </a:t>
            </a:r>
            <a:r>
              <a:rPr lang="en-GB" b="0" i="0" u="none" strike="noStrike" dirty="0" err="1">
                <a:effectLst/>
                <a:latin typeface="Arial" panose="020B0604020202020204" pitchFamily="34" charset="0"/>
              </a:rPr>
              <a:t>partenza</a:t>
            </a:r>
            <a:r>
              <a:rPr lang="en-GB" b="0" i="0" u="none" strike="noStrike" dirty="0">
                <a:effectLst/>
                <a:latin typeface="Arial" panose="020B0604020202020204" pitchFamily="34" charset="0"/>
              </a:rPr>
              <a:t> per la </a:t>
            </a:r>
            <a:r>
              <a:rPr lang="en-GB" b="0" i="0" u="none" strike="noStrike" dirty="0" err="1">
                <a:effectLst/>
                <a:latin typeface="Arial" panose="020B0604020202020204" pitchFamily="34" charset="0"/>
              </a:rPr>
              <a:t>descrizione</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della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struttura</a:t>
            </a:r>
            <a:r>
              <a:rPr lang="en-GB" b="0" i="0" u="none" strike="noStrike" dirty="0">
                <a:effectLst/>
                <a:latin typeface="Arial" panose="020B0604020202020204" pitchFamily="34" charset="0"/>
              </a:rPr>
              <a:t> del </a:t>
            </a:r>
            <a:r>
              <a:rPr lang="en-GB" b="0" i="0" u="none" strike="noStrike" dirty="0" err="1">
                <a:effectLst/>
                <a:latin typeface="Arial" panose="020B0604020202020204" pitchFamily="34" charset="0"/>
              </a:rPr>
              <a:t>linguaggio</a:t>
            </a:r>
            <a:r>
              <a:rPr lang="en-GB" b="0" i="0" u="none" strike="noStrike" dirty="0">
                <a:effectLst/>
                <a:latin typeface="Arial" panose="020B0604020202020204" pitchFamily="34" charset="0"/>
              </a:rPr>
              <a:t>. </a:t>
            </a:r>
          </a:p>
          <a:p>
            <a:pPr marL="0" indent="0">
              <a:buNone/>
            </a:pPr>
            <a:r>
              <a:rPr lang="en-GB" b="0" i="0" u="none" strike="noStrike" dirty="0">
                <a:effectLst/>
                <a:latin typeface="Arial" panose="020B0604020202020204" pitchFamily="34" charset="0"/>
              </a:rPr>
              <a:t>Il primo </a:t>
            </a:r>
            <a:r>
              <a:rPr lang="en-GB" b="0" i="0" u="none" strike="noStrike" dirty="0" err="1">
                <a:effectLst/>
                <a:latin typeface="Arial" panose="020B0604020202020204" pitchFamily="34" charset="0"/>
              </a:rPr>
              <a:t>grande</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successo</a:t>
            </a:r>
            <a:r>
              <a:rPr lang="en-GB" b="0" i="0" u="none" strike="noStrike" dirty="0">
                <a:effectLst/>
                <a:latin typeface="Arial" panose="020B0604020202020204" pitchFamily="34" charset="0"/>
              </a:rPr>
              <a:t> del "</a:t>
            </a:r>
            <a:r>
              <a:rPr lang="en-GB" b="0" i="0" u="none" strike="noStrike" dirty="0" err="1">
                <a:effectLst/>
                <a:latin typeface="Arial" panose="020B0604020202020204" pitchFamily="34" charset="0"/>
              </a:rPr>
              <a:t>metodo</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empirista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è</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datato</a:t>
            </a:r>
            <a:r>
              <a:rPr lang="en-GB" b="0" i="0" u="none" strike="noStrike" dirty="0">
                <a:effectLst/>
                <a:latin typeface="Arial" panose="020B0604020202020204" pitchFamily="34" charset="0"/>
              </a:rPr>
              <a:t> 1964, anno di </a:t>
            </a:r>
            <a:r>
              <a:rPr lang="en-GB" b="0" i="0" u="none" strike="noStrike" dirty="0" err="1">
                <a:effectLst/>
                <a:latin typeface="Arial" panose="020B0604020202020204" pitchFamily="34" charset="0"/>
              </a:rPr>
              <a:t>comparsa</a:t>
            </a:r>
            <a:r>
              <a:rPr lang="en-GB" b="0" i="0" u="none" strike="noStrike" dirty="0">
                <a:effectLst/>
                <a:latin typeface="Arial" panose="020B0604020202020204" pitchFamily="34" charset="0"/>
              </a:rPr>
              <a:t> del </a:t>
            </a:r>
            <a:r>
              <a:rPr lang="en-GB" b="1" dirty="0">
                <a:latin typeface="Arial" panose="020B0604020202020204" pitchFamily="34" charset="0"/>
              </a:rPr>
              <a:t>Brown Corpu</a:t>
            </a:r>
            <a:r>
              <a:rPr lang="en-GB" dirty="0">
                <a:latin typeface="Arial" panose="020B0604020202020204" pitchFamily="34" charset="0"/>
              </a:rPr>
              <a:t>s</a:t>
            </a:r>
            <a:r>
              <a:rPr lang="en-GB" b="0" i="0" u="none" strike="noStrike" dirty="0">
                <a:effectLst/>
                <a:latin typeface="Arial" panose="020B0604020202020204" pitchFamily="34" charset="0"/>
              </a:rPr>
              <a:t> di Francis e Kucera: </a:t>
            </a:r>
            <a:r>
              <a:rPr lang="en-GB" b="0" i="0" u="none" strike="noStrike" dirty="0" err="1">
                <a:effectLst/>
                <a:latin typeface="Arial" panose="020B0604020202020204" pitchFamily="34" charset="0"/>
              </a:rPr>
              <a:t>si</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tratta</a:t>
            </a:r>
            <a:r>
              <a:rPr lang="en-GB" b="0" i="0" u="none" strike="noStrike" dirty="0">
                <a:effectLst/>
                <a:latin typeface="Arial" panose="020B0604020202020204" pitchFamily="34" charset="0"/>
              </a:rPr>
              <a:t> del primo </a:t>
            </a:r>
            <a:r>
              <a:rPr lang="en-GB" b="0" i="0" u="none" strike="noStrike" dirty="0" err="1">
                <a:effectLst/>
                <a:latin typeface="Arial" panose="020B0604020202020204" pitchFamily="34" charset="0"/>
              </a:rPr>
              <a:t>esempio</a:t>
            </a:r>
            <a:r>
              <a:rPr lang="en-GB" b="0" i="0" u="none" strike="noStrike" dirty="0">
                <a:effectLst/>
                <a:latin typeface="Arial" panose="020B0604020202020204" pitchFamily="34" charset="0"/>
              </a:rPr>
              <a:t> di </a:t>
            </a:r>
            <a:r>
              <a:rPr lang="en-GB" b="0" i="1" u="none" strike="noStrike" dirty="0">
                <a:effectLst/>
                <a:latin typeface="Arial" panose="020B0604020202020204" pitchFamily="34" charset="0"/>
              </a:rPr>
              <a:t>corpus</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nato</a:t>
            </a:r>
            <a:r>
              <a:rPr lang="en-GB" b="0" i="0" u="none" strike="noStrike" dirty="0">
                <a:effectLst/>
                <a:latin typeface="Arial" panose="020B0604020202020204" pitchFamily="34" charset="0"/>
              </a:rPr>
              <a:t> per lo studio di </a:t>
            </a:r>
            <a:r>
              <a:rPr lang="en-GB" b="0" i="0" u="none" strike="noStrike" dirty="0" err="1">
                <a:effectLst/>
                <a:latin typeface="Arial" panose="020B0604020202020204" pitchFamily="34" charset="0"/>
              </a:rPr>
              <a:t>una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varietà</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linguistica</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contemporanea</a:t>
            </a:r>
            <a:r>
              <a:rPr lang="en-GB" b="0" i="0" u="none" strike="noStrike" dirty="0">
                <a:effectLst/>
                <a:latin typeface="Arial" panose="020B0604020202020204" pitchFamily="34" charset="0"/>
              </a:rPr>
              <a:t>, in </a:t>
            </a:r>
            <a:r>
              <a:rPr lang="en-GB" b="0" i="0" u="none" strike="noStrike" dirty="0" err="1">
                <a:effectLst/>
                <a:latin typeface="Arial" panose="020B0604020202020204" pitchFamily="34" charset="0"/>
              </a:rPr>
              <a:t>tal</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caso</a:t>
            </a:r>
            <a:r>
              <a:rPr lang="en-GB" b="0" i="0" u="none" strike="noStrike" dirty="0">
                <a:effectLst/>
                <a:latin typeface="Arial" panose="020B0604020202020204" pitchFamily="34" charset="0"/>
              </a:rPr>
              <a:t> </a:t>
            </a:r>
            <a:r>
              <a:rPr lang="en-GB" b="0" i="0" u="none" strike="noStrike" dirty="0" err="1">
                <a:effectLst/>
                <a:latin typeface="Arial" panose="020B0604020202020204" pitchFamily="34" charset="0"/>
              </a:rPr>
              <a:t>l'inglese</a:t>
            </a:r>
            <a:r>
              <a:rPr lang="en-GB" b="0" i="0" u="none" strike="noStrike" dirty="0">
                <a:effectLst/>
                <a:latin typeface="Arial" panose="020B0604020202020204" pitchFamily="34" charset="0"/>
              </a:rPr>
              <a:t> americano.</a:t>
            </a:r>
            <a:endParaRPr lang="en-IT" dirty="0"/>
          </a:p>
        </p:txBody>
      </p:sp>
      <p:sp>
        <p:nvSpPr>
          <p:cNvPr id="4" name="Slide Number Placeholder 3">
            <a:extLst>
              <a:ext uri="{FF2B5EF4-FFF2-40B4-BE49-F238E27FC236}">
                <a16:creationId xmlns:a16="http://schemas.microsoft.com/office/drawing/2014/main" id="{99D1CB6F-EC92-A53B-87E4-395A7BEC5ADA}"/>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smtClean="0"/>
              <a:pPr>
                <a:spcAft>
                  <a:spcPts val="600"/>
                </a:spcAft>
              </a:pPr>
              <a:t>12</a:t>
            </a:fld>
            <a:endParaRPr lang="en-US"/>
          </a:p>
        </p:txBody>
      </p:sp>
    </p:spTree>
    <p:extLst>
      <p:ext uri="{BB962C8B-B14F-4D97-AF65-F5344CB8AC3E}">
        <p14:creationId xmlns:p14="http://schemas.microsoft.com/office/powerpoint/2010/main" val="1791503864"/>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79D74-3EE8-04F9-0B71-33B371871CD0}"/>
              </a:ext>
            </a:extLst>
          </p:cNvPr>
          <p:cNvSpPr>
            <a:spLocks noGrp="1"/>
          </p:cNvSpPr>
          <p:nvPr>
            <p:ph type="title"/>
          </p:nvPr>
        </p:nvSpPr>
        <p:spPr/>
        <p:txBody>
          <a:bodyPr/>
          <a:lstStyle/>
          <a:p>
            <a:r>
              <a:rPr lang="en-IT" dirty="0"/>
              <a:t>Breve storia (8)</a:t>
            </a:r>
          </a:p>
        </p:txBody>
      </p:sp>
      <p:pic>
        <p:nvPicPr>
          <p:cNvPr id="6" name="Content Placeholder 5" descr="A red line with white text&#10;&#10;Description automatically generated">
            <a:extLst>
              <a:ext uri="{FF2B5EF4-FFF2-40B4-BE49-F238E27FC236}">
                <a16:creationId xmlns:a16="http://schemas.microsoft.com/office/drawing/2014/main" id="{49FE112F-DC66-11E1-95DA-5920C2304192}"/>
              </a:ext>
            </a:extLst>
          </p:cNvPr>
          <p:cNvPicPr>
            <a:picLocks noGrp="1" noChangeAspect="1"/>
          </p:cNvPicPr>
          <p:nvPr>
            <p:ph idx="1"/>
          </p:nvPr>
        </p:nvPicPr>
        <p:blipFill>
          <a:blip r:embed="rId2"/>
          <a:stretch>
            <a:fillRect/>
          </a:stretch>
        </p:blipFill>
        <p:spPr>
          <a:xfrm>
            <a:off x="1661541" y="2189163"/>
            <a:ext cx="8868917" cy="3822700"/>
          </a:xfrm>
        </p:spPr>
      </p:pic>
      <p:sp>
        <p:nvSpPr>
          <p:cNvPr id="4" name="Slide Number Placeholder 3">
            <a:extLst>
              <a:ext uri="{FF2B5EF4-FFF2-40B4-BE49-F238E27FC236}">
                <a16:creationId xmlns:a16="http://schemas.microsoft.com/office/drawing/2014/main" id="{02C493B4-F2F3-565B-55FE-2BC69BCCBE80}"/>
              </a:ext>
            </a:extLst>
          </p:cNvPr>
          <p:cNvSpPr>
            <a:spLocks noGrp="1"/>
          </p:cNvSpPr>
          <p:nvPr>
            <p:ph type="sldNum" sz="quarter" idx="12"/>
          </p:nvPr>
        </p:nvSpPr>
        <p:spPr/>
        <p:txBody>
          <a:bodyPr/>
          <a:lstStyle/>
          <a:p>
            <a:fld id="{273BAE12-D270-459D-897B-6833652BB167}" type="slidenum">
              <a:rPr lang="en-US" smtClean="0"/>
              <a:t>13</a:t>
            </a:fld>
            <a:endParaRPr lang="en-US"/>
          </a:p>
        </p:txBody>
      </p:sp>
    </p:spTree>
    <p:extLst>
      <p:ext uri="{BB962C8B-B14F-4D97-AF65-F5344CB8AC3E}">
        <p14:creationId xmlns:p14="http://schemas.microsoft.com/office/powerpoint/2010/main" val="844593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E6FDE22-1F54-452D-A9BA-1BE9FDB534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C01FB2-6D50-41C9-BE00-29B0F9925F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2C7B3D-6456-947E-6623-C5A650115036}"/>
              </a:ext>
            </a:extLst>
          </p:cNvPr>
          <p:cNvSpPr>
            <a:spLocks noGrp="1"/>
          </p:cNvSpPr>
          <p:nvPr>
            <p:ph type="title"/>
          </p:nvPr>
        </p:nvSpPr>
        <p:spPr>
          <a:xfrm>
            <a:off x="838200" y="576491"/>
            <a:ext cx="4276541" cy="5705015"/>
          </a:xfrm>
        </p:spPr>
        <p:txBody>
          <a:bodyPr anchor="ctr">
            <a:normAutofit/>
          </a:bodyPr>
          <a:lstStyle/>
          <a:p>
            <a:r>
              <a:rPr lang="en-IT" sz="5200"/>
              <a:t>Breve storia (9)</a:t>
            </a:r>
          </a:p>
        </p:txBody>
      </p:sp>
      <p:sp>
        <p:nvSpPr>
          <p:cNvPr id="4" name="Slide Number Placeholder 3">
            <a:extLst>
              <a:ext uri="{FF2B5EF4-FFF2-40B4-BE49-F238E27FC236}">
                <a16:creationId xmlns:a16="http://schemas.microsoft.com/office/drawing/2014/main" id="{BC089639-1C88-9637-019C-374275EF9F98}"/>
              </a:ext>
            </a:extLst>
          </p:cNvPr>
          <p:cNvSpPr>
            <a:spLocks noGrp="1"/>
          </p:cNvSpPr>
          <p:nvPr>
            <p:ph type="sldNum" sz="quarter" idx="12"/>
          </p:nvPr>
        </p:nvSpPr>
        <p:spPr>
          <a:xfrm>
            <a:off x="11563467" y="3246434"/>
            <a:ext cx="628533" cy="365125"/>
          </a:xfrm>
        </p:spPr>
        <p:txBody>
          <a:bodyPr>
            <a:normAutofit/>
          </a:bodyPr>
          <a:lstStyle/>
          <a:p>
            <a:pPr>
              <a:spcAft>
                <a:spcPts val="600"/>
              </a:spcAft>
            </a:pPr>
            <a:fld id="{273BAE12-D270-459D-897B-6833652BB167}" type="slidenum">
              <a:rPr lang="en-US" smtClean="0"/>
              <a:pPr>
                <a:spcAft>
                  <a:spcPts val="600"/>
                </a:spcAft>
              </a:pPr>
              <a:t>14</a:t>
            </a:fld>
            <a:endParaRPr lang="en-US"/>
          </a:p>
        </p:txBody>
      </p:sp>
      <p:graphicFrame>
        <p:nvGraphicFramePr>
          <p:cNvPr id="6" name="Content Placeholder 2">
            <a:extLst>
              <a:ext uri="{FF2B5EF4-FFF2-40B4-BE49-F238E27FC236}">
                <a16:creationId xmlns:a16="http://schemas.microsoft.com/office/drawing/2014/main" id="{63DE9E9E-2B1D-AF55-0B78-BA8121D45A70}"/>
              </a:ext>
            </a:extLst>
          </p:cNvPr>
          <p:cNvGraphicFramePr>
            <a:graphicFrameLocks noGrp="1"/>
          </p:cNvGraphicFramePr>
          <p:nvPr>
            <p:ph idx="1"/>
            <p:extLst>
              <p:ext uri="{D42A27DB-BD31-4B8C-83A1-F6EECF244321}">
                <p14:modId xmlns:p14="http://schemas.microsoft.com/office/powerpoint/2010/main" val="4219099363"/>
              </p:ext>
            </p:extLst>
          </p:nvPr>
        </p:nvGraphicFramePr>
        <p:xfrm>
          <a:off x="6147621" y="576492"/>
          <a:ext cx="5400858" cy="57050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048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2293296F-4C3A-4530-98F5-F83646ACE9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2" name="Group 51">
            <a:extLst>
              <a:ext uri="{FF2B5EF4-FFF2-40B4-BE49-F238E27FC236}">
                <a16:creationId xmlns:a16="http://schemas.microsoft.com/office/drawing/2014/main" id="{3914D2BD-3C47-433D-81FE-DC6C39595F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2" y="-1"/>
            <a:ext cx="12192000" cy="6857996"/>
            <a:chOff x="572" y="-1"/>
            <a:chExt cx="12192000" cy="6857996"/>
          </a:xfrm>
        </p:grpSpPr>
        <p:cxnSp>
          <p:nvCxnSpPr>
            <p:cNvPr id="34" name="Straight Connector 33">
              <a:extLst>
                <a:ext uri="{FF2B5EF4-FFF2-40B4-BE49-F238E27FC236}">
                  <a16:creationId xmlns:a16="http://schemas.microsoft.com/office/drawing/2014/main" id="{D3DD55E4-EA4F-4874-8B5B-6E0EAF4BBF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2950BAF-7673-4138-AEA2-DE7D368CC3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BE3E2B5-EA1C-415A-941A-843C7EA14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87FA3A6-E398-4576-B6B8-3328028D84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3" name="Graphic 33">
              <a:extLst>
                <a:ext uri="{FF2B5EF4-FFF2-40B4-BE49-F238E27FC236}">
                  <a16:creationId xmlns:a16="http://schemas.microsoft.com/office/drawing/2014/main" id="{EFB597D7-65E0-476A-B9EB-3AA6ED33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sp>
          <p:nvSpPr>
            <p:cNvPr id="54" name="Graphic 33">
              <a:extLst>
                <a:ext uri="{FF2B5EF4-FFF2-40B4-BE49-F238E27FC236}">
                  <a16:creationId xmlns:a16="http://schemas.microsoft.com/office/drawing/2014/main" id="{11AA060A-BE0E-4687-8F9E-0E2955D979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grpSp>
      <p:sp>
        <p:nvSpPr>
          <p:cNvPr id="55" name="Rectangle 54">
            <a:extLst>
              <a:ext uri="{FF2B5EF4-FFF2-40B4-BE49-F238E27FC236}">
                <a16:creationId xmlns:a16="http://schemas.microsoft.com/office/drawing/2014/main" id="{916F6374-2300-41FF-BA7E-22FADCD95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0864D9E-0A0C-482E-86DE-9C4E729C3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38"/>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1E1F17-330F-4168-2C99-F2193FF18720}"/>
              </a:ext>
            </a:extLst>
          </p:cNvPr>
          <p:cNvSpPr>
            <a:spLocks noGrp="1"/>
          </p:cNvSpPr>
          <p:nvPr>
            <p:ph type="title"/>
          </p:nvPr>
        </p:nvSpPr>
        <p:spPr>
          <a:xfrm>
            <a:off x="847726" y="579694"/>
            <a:ext cx="3910046" cy="2930269"/>
          </a:xfrm>
        </p:spPr>
        <p:txBody>
          <a:bodyPr vert="horz" lIns="91440" tIns="45720" rIns="91440" bIns="45720" rtlCol="0" anchor="b">
            <a:normAutofit/>
          </a:bodyPr>
          <a:lstStyle/>
          <a:p>
            <a:r>
              <a:rPr lang="en-US" sz="5200"/>
              <a:t>Dal 2018…</a:t>
            </a:r>
          </a:p>
        </p:txBody>
      </p:sp>
      <p:grpSp>
        <p:nvGrpSpPr>
          <p:cNvPr id="57" name="Group 56">
            <a:extLst>
              <a:ext uri="{FF2B5EF4-FFF2-40B4-BE49-F238E27FC236}">
                <a16:creationId xmlns:a16="http://schemas.microsoft.com/office/drawing/2014/main" id="{859EF20D-5821-4F54-BD14-AB7D16330F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71535" y="-6437"/>
            <a:ext cx="6400800" cy="6864437"/>
            <a:chOff x="5171535" y="-6437"/>
            <a:chExt cx="6400800" cy="6864437"/>
          </a:xfrm>
        </p:grpSpPr>
        <p:cxnSp>
          <p:nvCxnSpPr>
            <p:cNvPr id="46" name="Straight Connector 45">
              <a:extLst>
                <a:ext uri="{FF2B5EF4-FFF2-40B4-BE49-F238E27FC236}">
                  <a16:creationId xmlns:a16="http://schemas.microsoft.com/office/drawing/2014/main" id="{658C3964-BF34-4211-835A-24B827B779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71535" y="581337"/>
              <a:ext cx="64008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C498194-83A5-4CCE-AA0B-12C3FE68EE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71535" y="6276734"/>
              <a:ext cx="64008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B125AC6-B711-4F7C-B0D2-8369A8D671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V="1">
              <a:off x="5171535" y="0"/>
              <a:ext cx="0" cy="685800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543B8FC-DC9A-4AC0-BF25-85AF5B4944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60990" y="-6437"/>
              <a:ext cx="5783" cy="685800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6" name="Content Placeholder 5" descr="A diagram of a tree&#10;&#10;Description automatically generated">
            <a:extLst>
              <a:ext uri="{FF2B5EF4-FFF2-40B4-BE49-F238E27FC236}">
                <a16:creationId xmlns:a16="http://schemas.microsoft.com/office/drawing/2014/main" id="{0E6C93F7-679F-0310-38AE-43EDA18F6D3F}"/>
              </a:ext>
            </a:extLst>
          </p:cNvPr>
          <p:cNvPicPr>
            <a:picLocks noChangeAspect="1"/>
          </p:cNvPicPr>
          <p:nvPr/>
        </p:nvPicPr>
        <p:blipFill>
          <a:blip r:embed="rId2"/>
          <a:stretch>
            <a:fillRect/>
          </a:stretch>
        </p:blipFill>
        <p:spPr>
          <a:xfrm>
            <a:off x="6719338" y="913559"/>
            <a:ext cx="3270072" cy="5030881"/>
          </a:xfrm>
          <a:prstGeom prst="rect">
            <a:avLst/>
          </a:prstGeom>
        </p:spPr>
      </p:pic>
      <p:sp>
        <p:nvSpPr>
          <p:cNvPr id="4" name="Slide Number Placeholder 3">
            <a:extLst>
              <a:ext uri="{FF2B5EF4-FFF2-40B4-BE49-F238E27FC236}">
                <a16:creationId xmlns:a16="http://schemas.microsoft.com/office/drawing/2014/main" id="{7C5A60C1-85BF-3FD7-F4B6-61CC746C1F8F}"/>
              </a:ext>
            </a:extLst>
          </p:cNvPr>
          <p:cNvSpPr>
            <a:spLocks noGrp="1"/>
          </p:cNvSpPr>
          <p:nvPr>
            <p:ph type="sldNum" sz="quarter" idx="12"/>
          </p:nvPr>
        </p:nvSpPr>
        <p:spPr>
          <a:xfrm>
            <a:off x="11563467" y="3246434"/>
            <a:ext cx="628533" cy="365125"/>
          </a:xfrm>
        </p:spPr>
        <p:txBody>
          <a:bodyPr vert="horz" lIns="91440" tIns="45720" rIns="91440" bIns="45720" rtlCol="0" anchor="ctr">
            <a:normAutofit/>
          </a:bodyPr>
          <a:lstStyle/>
          <a:p>
            <a:pPr>
              <a:spcAft>
                <a:spcPts val="600"/>
              </a:spcAft>
            </a:pPr>
            <a:fld id="{273BAE12-D270-459D-897B-6833652BB167}" type="slidenum">
              <a:rPr lang="en-US" smtClean="0"/>
              <a:pPr>
                <a:spcAft>
                  <a:spcPts val="600"/>
                </a:spcAft>
              </a:pPr>
              <a:t>15</a:t>
            </a:fld>
            <a:endParaRPr lang="en-US"/>
          </a:p>
        </p:txBody>
      </p:sp>
    </p:spTree>
    <p:extLst>
      <p:ext uri="{BB962C8B-B14F-4D97-AF65-F5344CB8AC3E}">
        <p14:creationId xmlns:p14="http://schemas.microsoft.com/office/powerpoint/2010/main" val="2997175446"/>
      </p:ext>
    </p:extLst>
  </p:cSld>
  <p:clrMapOvr>
    <a:masterClrMapping/>
  </p:clrMapOvr>
</p:sld>
</file>

<file path=ppt/theme/theme1.xml><?xml version="1.0" encoding="utf-8"?>
<a:theme xmlns:a="http://schemas.openxmlformats.org/drawingml/2006/main" name="ArchVTI">
  <a:themeElements>
    <a:clrScheme name="Custom 42">
      <a:dk1>
        <a:sysClr val="windowText" lastClr="000000"/>
      </a:dk1>
      <a:lt1>
        <a:sysClr val="window" lastClr="FFFFFF"/>
      </a:lt1>
      <a:dk2>
        <a:srgbClr val="642626"/>
      </a:dk2>
      <a:lt2>
        <a:srgbClr val="F3F0E9"/>
      </a:lt2>
      <a:accent1>
        <a:srgbClr val="556D6F"/>
      </a:accent1>
      <a:accent2>
        <a:srgbClr val="C05050"/>
      </a:accent2>
      <a:accent3>
        <a:srgbClr val="BF873A"/>
      </a:accent3>
      <a:accent4>
        <a:srgbClr val="D8897E"/>
      </a:accent4>
      <a:accent5>
        <a:srgbClr val="A4976B"/>
      </a:accent5>
      <a:accent6>
        <a:srgbClr val="D49D8C"/>
      </a:accent6>
      <a:hlink>
        <a:srgbClr val="D13D6E"/>
      </a:hlink>
      <a:folHlink>
        <a:srgbClr val="6C9D92"/>
      </a:folHlink>
    </a:clrScheme>
    <a:fontScheme name="Custom 16">
      <a:majorFont>
        <a:latin typeface="Footlight MT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VTI" id="{23FE938F-4DF0-4C94-8546-C2AC6D26660D}" vid="{62E62DA1-385F-4EE3-8841-58A87FAE20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1086</Words>
  <Application>Microsoft Macintosh PowerPoint</Application>
  <PresentationFormat>Widescreen</PresentationFormat>
  <Paragraphs>71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Avenir Next LT Pro</vt:lpstr>
      <vt:lpstr>Footlight MT Light</vt:lpstr>
      <vt:lpstr>Helvetica</vt:lpstr>
      <vt:lpstr>Helvetica Neue</vt:lpstr>
      <vt:lpstr>ArchVTI</vt:lpstr>
      <vt:lpstr>Cos’è la linguistica computazionale? </vt:lpstr>
      <vt:lpstr>La linguistica computazionale</vt:lpstr>
      <vt:lpstr>La linguistica computazionale (2)</vt:lpstr>
      <vt:lpstr>Theodore, uno scrittore di lettere d'amore, intraprende una relazione sentimentale con Samantha, il sistema operativo del suo computer dalla suadente voce femminile.  Her (2013)</vt:lpstr>
      <vt:lpstr>Quali conoscenze dovrebbero possedere tali agenti?</vt:lpstr>
      <vt:lpstr>Breve storia (1)</vt:lpstr>
      <vt:lpstr>Breve storia (2) Il test di Turing</vt:lpstr>
      <vt:lpstr>Breve storia  (3) Anni 50’- 60’</vt:lpstr>
      <vt:lpstr>Breve storia (4)</vt:lpstr>
      <vt:lpstr>Breve storia (5)</vt:lpstr>
      <vt:lpstr>Breve storia (6)</vt:lpstr>
      <vt:lpstr>Breve storia (7)</vt:lpstr>
      <vt:lpstr>Breve storia (8)</vt:lpstr>
      <vt:lpstr>Breve storia (9)</vt:lpstr>
      <vt:lpstr>Dal 2018…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Agnese Lombardi</dc:creator>
  <cp:lastModifiedBy>Agnese Lombardi</cp:lastModifiedBy>
  <cp:revision>1</cp:revision>
  <dcterms:created xsi:type="dcterms:W3CDTF">2025-07-09T15:32:53Z</dcterms:created>
  <dcterms:modified xsi:type="dcterms:W3CDTF">2025-07-09T16:49:44Z</dcterms:modified>
</cp:coreProperties>
</file>